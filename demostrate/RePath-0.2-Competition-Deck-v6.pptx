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6e0750c958427a" /><Relationship Type="http://schemas.openxmlformats.org/officeDocument/2006/relationships/extended-properties" Target="/docProps/app.xml" Id="Rc706584a53ee4c33" /><Relationship Type="http://schemas.openxmlformats.org/officeDocument/2006/relationships/officeDocument" Target="/ppt/presentation.xml" Id="R33baae57df7544ff" /></Relationships>
</file>

<file path=ppt/presentation.xml><?xml version="1.0" encoding="utf-8"?>
<p:presentation xmlns:p="http://schemas.openxmlformats.org/presentationml/2006/main">
  <p:sldMasterIdLst>
    <p:sldMasterId xmlns:r="http://schemas.openxmlformats.org/officeDocument/2006/relationships" id="2147483648" r:id="R6564ddcf11504faf"/>
  </p:sldMasterIdLst>
  <p:notesMasterIdLst>
    <p:notesMasterId xmlns:r="http://schemas.openxmlformats.org/officeDocument/2006/relationships" r:id="Rc37423f776424ec5"/>
  </p:notesMasterIdLst>
  <p:sldIdLst>
    <p:sldId xmlns:r="http://schemas.openxmlformats.org/officeDocument/2006/relationships" id="256" r:id="R28d8010557544818"/>
    <p:sldId xmlns:r="http://schemas.openxmlformats.org/officeDocument/2006/relationships" id="257" r:id="R0fb5769864f44edc"/>
    <p:sldId xmlns:r="http://schemas.openxmlformats.org/officeDocument/2006/relationships" id="258" r:id="R5bee14958a9040cf"/>
    <p:sldId xmlns:r="http://schemas.openxmlformats.org/officeDocument/2006/relationships" id="259" r:id="R6111de0dd8a544ce"/>
    <p:sldId xmlns:r="http://schemas.openxmlformats.org/officeDocument/2006/relationships" id="260" r:id="R23de8b44fd2048bc"/>
    <p:sldId xmlns:r="http://schemas.openxmlformats.org/officeDocument/2006/relationships" id="261" r:id="R6ed2d63daa0c4a6d"/>
    <p:sldId xmlns:r="http://schemas.openxmlformats.org/officeDocument/2006/relationships" id="262" r:id="Rcb6d0a8b374e4221"/>
    <p:sldId xmlns:r="http://schemas.openxmlformats.org/officeDocument/2006/relationships" id="263" r:id="Reee4e33f3fe24e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d7121f73c4494d" /><Relationship Type="http://schemas.openxmlformats.org/officeDocument/2006/relationships/slideMaster" Target="/ppt/slideMasters/slideMaster1.xml" Id="R6564ddcf11504faf" /><Relationship Type="http://schemas.openxmlformats.org/officeDocument/2006/relationships/notesMaster" Target="/ppt/notesMasters/notesMaster1.xml" Id="Rc37423f776424ec5" /><Relationship Type="http://schemas.openxmlformats.org/officeDocument/2006/relationships/presProps" Target="/ppt/presProps.xml" Id="Ref81384a5c374e7d" /><Relationship Type="http://schemas.openxmlformats.org/officeDocument/2006/relationships/tableStyles" Target="/ppt/tableStyles.xml" Id="Rbc8aed1cf61341c6" /><Relationship Type="http://schemas.openxmlformats.org/officeDocument/2006/relationships/slide" Target="/ppt/slides/slide1.xml" Id="R28d8010557544818" /><Relationship Type="http://schemas.openxmlformats.org/officeDocument/2006/relationships/slide" Target="/ppt/slides/slide2.xml" Id="R0fb5769864f44edc" /><Relationship Type="http://schemas.openxmlformats.org/officeDocument/2006/relationships/slide" Target="/ppt/slides/slide3.xml" Id="R5bee14958a9040cf" /><Relationship Type="http://schemas.openxmlformats.org/officeDocument/2006/relationships/slide" Target="/ppt/slides/slide4.xml" Id="R6111de0dd8a544ce" /><Relationship Type="http://schemas.openxmlformats.org/officeDocument/2006/relationships/slide" Target="/ppt/slides/slide5.xml" Id="R23de8b44fd2048bc" /><Relationship Type="http://schemas.openxmlformats.org/officeDocument/2006/relationships/slide" Target="/ppt/slides/slide6.xml" Id="R6ed2d63daa0c4a6d" /><Relationship Type="http://schemas.openxmlformats.org/officeDocument/2006/relationships/slide" Target="/ppt/slides/slide7.xml" Id="Rcb6d0a8b374e4221" /><Relationship Type="http://schemas.openxmlformats.org/officeDocument/2006/relationships/slide" Target="/ppt/slides/slide8.xml" Id="Reee4e33f3fe24e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7170b74aaf46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ed7d8e5e6a4acf" /><Relationship Type="http://schemas.openxmlformats.org/officeDocument/2006/relationships/notesMaster" Target="/ppt/notesMasters/notesMaster1.xml" Id="Raa949822a27e41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6c2f110bcb426f" /><Relationship Type="http://schemas.openxmlformats.org/officeDocument/2006/relationships/notesMaster" Target="/ppt/notesMasters/notesMaster1.xml" Id="R87996e691b2e45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0e84c96ed242e9" /><Relationship Type="http://schemas.openxmlformats.org/officeDocument/2006/relationships/notesMaster" Target="/ppt/notesMasters/notesMaster1.xml" Id="Re857b5cc6b3d48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4d4628edd2433c" /><Relationship Type="http://schemas.openxmlformats.org/officeDocument/2006/relationships/notesMaster" Target="/ppt/notesMasters/notesMaster1.xml" Id="R7412fb1ab0464e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fe15ae53ab44ff" /><Relationship Type="http://schemas.openxmlformats.org/officeDocument/2006/relationships/notesMaster" Target="/ppt/notesMasters/notesMaster1.xml" Id="R282558a5b96b4a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f386c5b0ac4737" /><Relationship Type="http://schemas.openxmlformats.org/officeDocument/2006/relationships/notesMaster" Target="/ppt/notesMasters/notesMaster1.xml" Id="Rd859f2b1d9b446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194edd62ea4182" /><Relationship Type="http://schemas.openxmlformats.org/officeDocument/2006/relationships/notesMaster" Target="/ppt/notesMasters/notesMaster1.xml" Id="R26acae10f68341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2d1dec3f014ca0" /><Relationship Type="http://schemas.openxmlformats.org/officeDocument/2006/relationships/notesMaster" Target="/ppt/notesMasters/notesMaster1.xml" Id="Rbf788d6bcf2846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OF 8</a:t>
            </a:r>
          </a:p>
          <a:p xmlns:a="http://schemas.openxmlformats.org/drawingml/2006/main">
            <a:r>
              <a:t>VIDEO 0:00 - 0:30</a:t>
            </a:r>
          </a:p>
          <a:p xmlns:a="http://schemas.openxmlformats.org/drawingml/2006/main">
            <a:r>
              <a:t/>
            </a:r>
          </a:p>
          <a:p xmlns:a="http://schemas.openxmlformats.org/drawingml/2006/main">
            <a:r>
              <a:t>ENGLISH RECORDING SCRIPT</a:t>
            </a:r>
          </a:p>
          <a:p xmlns:a="http://schemas.openxmlformats.org/drawingml/2006/main">
            <a:r>
              <a:t>Ten years of work gives you experience worth keeping. But as AI changes tasks, where could that experience take you next?</a:t>
            </a:r>
          </a:p>
          <a:p xmlns:a="http://schemas.openxmlformats.org/drawingml/2006/main">
            <a:r>
              <a:t/>
            </a:r>
          </a:p>
          <a:p xmlns:a="http://schemas.openxmlformats.org/drawingml/2006/main">
            <a:r>
              <a:t>RePath serves experienced professionals in Malaysia who are changing careers, growing in their role, or returning to work.</a:t>
            </a:r>
          </a:p>
          <a:p xmlns:a="http://schemas.openxmlformats.org/drawingml/2006/main">
            <a:r>
              <a:t/>
            </a:r>
          </a:p>
          <a:p xmlns:a="http://schemas.openxmlformats.org/drawingml/2006/main">
            <a:r>
              <a:t>The problem is deciding which skills to carry forward and which new skills deserve limited learning time.</a:t>
            </a:r>
          </a:p>
          <a:p xmlns:a="http://schemas.openxmlformats.org/drawingml/2006/main">
            <a:r>
              <a:t/>
            </a:r>
          </a:p>
          <a:p xmlns:a="http://schemas.openxmlformats.org/drawingml/2006/main">
            <a:r>
              <a:t>We turn that decision into a direction, a visible gap, and a next action. Here is Alex's journey.</a:t>
            </a:r>
          </a:p>
          <a:p xmlns:a="http://schemas.openxmlformats.org/drawingml/2006/main">
            <a:r>
              <a:t/>
            </a:r>
          </a:p>
          <a:p xmlns:a="http://schemas.openxmlformats.org/drawingml/2006/main">
            <a:r>
              <a:t>VIDEO SHOTS</a:t>
            </a:r>
          </a:p>
          <a:p xmlns:a="http://schemas.openxmlformats.org/drawingml/2006/main">
            <a:r>
              <a:t>0:00-0:08 hook</a:t>
            </a:r>
          </a:p>
          <a:p xmlns:a="http://schemas.openxmlformats.org/drawingml/2006/main">
            <a:r>
              <a:t>0:08-0:16 audience</a:t>
            </a:r>
          </a:p>
          <a:p xmlns:a="http://schemas.openxmlformats.org/drawingml/2006/main">
            <a:r>
              <a:t>0:16-0:22 question</a:t>
            </a:r>
          </a:p>
          <a:p xmlns:a="http://schemas.openxmlformats.org/drawingml/2006/main">
            <a:r>
              <a:t>0:22-0:30 promise</a:t>
            </a:r>
          </a:p>
          <a:p xmlns:a="http://schemas.openxmlformats.org/drawingml/2006/main">
            <a:r>
              <a:t/>
            </a:r>
          </a:p>
          <a:p xmlns:a="http://schemas.openxmlformats.org/drawingml/2006/main">
            <a:r>
              <a:t>SOURCES AND DISCLOSURE</a:t>
            </a:r>
          </a:p>
          <a:p xmlns:a="http://schemas.openxmlformats.org/drawingml/2006/main">
            <a:r>
              <a:t>Domain 1 official problem statement, sections 4, 6 and 8. Participant Handbook 6.3.5.2 and 6.3.5.6: https://drive.google.com/file/d/1fGBS-jevDj_FrF8wsbYNPzyU5TTrfk1V/view</a:t>
            </a:r>
          </a:p>
          <a:p xmlns:a="http://schemas.openxmlformats.org/drawingml/2006/main">
            <a:r>
              <a:t>Product modules: dist/model.mjs, dist/journey.mjs, dist/market-evidence.mjs, dist/rss.mjs, dist/work-profile.mjs and dist/career-data.mjs.</a:t>
            </a:r>
          </a:p>
          <a:p xmlns:a="http://schemas.openxmlformats.org/drawingml/2006/main">
            <a:r>
              <a:t>Fictional Alex Tan profile. Animated explanation plus actual browser capture of the running local RePath 0.2 prototype. Current matching uses rules, not an LLM. Planned signal-to-skill forecasting and skill-level SDG mapping are labelled.</a:t>
            </a:r>
          </a:p>
          <a:p xmlns:a="http://schemas.openxmlformats.org/drawingml/2006/main">
            <a:r>
              <a:t>https://www.dosm.gov.my/portal-main/release-content/big-data-analytics-job-market-insights-q22026</a:t>
            </a:r>
          </a:p>
          <a:p xmlns:a="http://schemas.openxmlformats.org/drawingml/2006/main">
            <a:r>
              <a:t>https://www.onetcenter.org/database.html</a:t>
            </a:r>
          </a:p>
          <a:p xmlns:a="http://schemas.openxmlformats.org/drawingml/2006/main">
            <a:r>
              <a:t>https://www.weforum.org/publications/the-future-of-jobs-report-2025/</a:t>
            </a:r>
          </a:p>
          <a:p xmlns:a="http://schemas.openxmlformats.org/drawingml/2006/main">
            <a:r>
              <a:t>https://rss.arxiv.org/rss/cs.AI</a:t>
            </a:r>
          </a:p>
          <a:p xmlns:a="http://schemas.openxmlformats.org/drawingml/2006/main">
            <a:r>
              <a:t>https://learn.microsoft.com/en-us/training/powerplatform/power-bi</a:t>
            </a:r>
          </a:p>
          <a:p xmlns:a="http://schemas.openxmlformats.org/drawingml/2006/main">
            <a:r>
              <a:t>https://sdgs.un.org/goals/goal4</a:t>
            </a:r>
          </a:p>
          <a:p xmlns:a="http://schemas.openxmlformats.org/drawingml/2006/main">
            <a:r>
              <a:t>https://sdgs.un.org/goals/goal8</a:t>
            </a:r>
          </a:p>
          <a:p xmlns:a="http://schemas.openxmlformats.org/drawingml/2006/main">
            <a:r>
              <a:t>https://sdgs.un.org/goals/goal9</a:t>
            </a:r>
          </a:p>
          <a:p xmlns:a="http://schemas.openxmlformats.org/drawingml/2006/main">
            <a:r>
              <a:t>https://sdgs.un.org/goals/goal10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OF 8</a:t>
            </a:r>
          </a:p>
          <a:p xmlns:a="http://schemas.openxmlformats.org/drawingml/2006/main">
            <a:r>
              <a:t>VIDEO 0:30 - 1:10</a:t>
            </a:r>
          </a:p>
          <a:p xmlns:a="http://schemas.openxmlformats.org/drawingml/2006/main">
            <a:r>
              <a:t/>
            </a:r>
          </a:p>
          <a:p xmlns:a="http://schemas.openxmlformats.org/drawingml/2006/main">
            <a:r>
              <a:t>ENGLISH RECORDING SCRIPT</a:t>
            </a:r>
          </a:p>
          <a:p xmlns:a="http://schemas.openxmlformats.org/drawingml/2006/main">
            <a:r>
              <a:t>Alex is a fictional operations and marketing lead with ten years of experience. He starts by adding one recent project.</a:t>
            </a:r>
          </a:p>
          <a:p xmlns:a="http://schemas.openxmlformats.org/drawingml/2006/main">
            <a:r>
              <a:t/>
            </a:r>
          </a:p>
          <a:p xmlns:a="http://schemas.openxmlformats.org/drawingml/2006/main">
            <a:r>
              <a:t>He records what he did: coordinating teams and preparing weekly reports. The project gives the profile something more useful than a job title alone.</a:t>
            </a:r>
          </a:p>
          <a:p xmlns:a="http://schemas.openxmlformats.org/drawingml/2006/main">
            <a:r>
              <a:t/>
            </a:r>
          </a:p>
          <a:p xmlns:a="http://schemas.openxmlformats.org/drawingml/2006/main">
            <a:r>
              <a:t>He adds his situation: currently employed, preparing alongside work, and interested in an adjacent role.</a:t>
            </a:r>
          </a:p>
          <a:p xmlns:a="http://schemas.openxmlformats.org/drawingml/2006/main">
            <a:r>
              <a:t/>
            </a:r>
          </a:p>
          <a:p xmlns:a="http://schemas.openxmlformats.org/drawingml/2006/main">
            <a:r>
              <a:t>Then he checks the suggested skills himself. Communication, coordination, reporting, spreadsheets, and operations all reflect work he can explain.</a:t>
            </a:r>
          </a:p>
          <a:p xmlns:a="http://schemas.openxmlformats.org/drawingml/2006/main">
            <a:r>
              <a:t/>
            </a:r>
          </a:p>
          <a:p xmlns:a="http://schemas.openxmlformats.org/drawingml/2006/main">
            <a:r>
              <a:t>VIDEO SHOTS</a:t>
            </a:r>
          </a:p>
          <a:p xmlns:a="http://schemas.openxmlformats.org/drawingml/2006/main">
            <a:r>
              <a:t>0:30-0:40 home</a:t>
            </a:r>
          </a:p>
          <a:p xmlns:a="http://schemas.openxmlformats.org/drawingml/2006/main">
            <a:r>
              <a:t>0:40-0:50 intake</a:t>
            </a:r>
          </a:p>
          <a:p xmlns:a="http://schemas.openxmlformats.org/drawingml/2006/main">
            <a:r>
              <a:t>0:50-0:59 context</a:t>
            </a:r>
          </a:p>
          <a:p xmlns:a="http://schemas.openxmlformats.org/drawingml/2006/main">
            <a:r>
              <a:t>0:59-1:10 skills</a:t>
            </a:r>
          </a:p>
          <a:p xmlns:a="http://schemas.openxmlformats.org/drawingml/2006/main">
            <a:r>
              <a:t/>
            </a:r>
          </a:p>
          <a:p xmlns:a="http://schemas.openxmlformats.org/drawingml/2006/main">
            <a:r>
              <a:t>SOURCES AND DISCLOSURE</a:t>
            </a:r>
          </a:p>
          <a:p xmlns:a="http://schemas.openxmlformats.org/drawingml/2006/main">
            <a:r>
              <a:t>Domain 1 official problem statement, sections 4, 6 and 8. Participant Handbook 6.3.5.2 and 6.3.5.6: https://drive.google.com/file/d/1fGBS-jevDj_FrF8wsbYNPzyU5TTrfk1V/view</a:t>
            </a:r>
          </a:p>
          <a:p xmlns:a="http://schemas.openxmlformats.org/drawingml/2006/main">
            <a:r>
              <a:t>Product modules: dist/model.mjs, dist/journey.mjs, dist/market-evidence.mjs, dist/rss.mjs, dist/work-profile.mjs and dist/career-data.mjs.</a:t>
            </a:r>
          </a:p>
          <a:p xmlns:a="http://schemas.openxmlformats.org/drawingml/2006/main">
            <a:r>
              <a:t>Fictional Alex Tan profile. Animated explanation plus actual browser capture of the running local RePath 0.2 prototype. Current matching uses rules, not an LLM. Planned signal-to-skill forecasting and skill-level SDG mapping are labelled.</a:t>
            </a:r>
          </a:p>
          <a:p xmlns:a="http://schemas.openxmlformats.org/drawingml/2006/main">
            <a:r>
              <a:t>https://www.dosm.gov.my/portal-main/release-content/big-data-analytics-job-market-insights-q22026</a:t>
            </a:r>
          </a:p>
          <a:p xmlns:a="http://schemas.openxmlformats.org/drawingml/2006/main">
            <a:r>
              <a:t>https://www.onetcenter.org/database.html</a:t>
            </a:r>
          </a:p>
          <a:p xmlns:a="http://schemas.openxmlformats.org/drawingml/2006/main">
            <a:r>
              <a:t>https://www.weforum.org/publications/the-future-of-jobs-report-2025/</a:t>
            </a:r>
          </a:p>
          <a:p xmlns:a="http://schemas.openxmlformats.org/drawingml/2006/main">
            <a:r>
              <a:t>https://rss.arxiv.org/rss/cs.AI</a:t>
            </a:r>
          </a:p>
          <a:p xmlns:a="http://schemas.openxmlformats.org/drawingml/2006/main">
            <a:r>
              <a:t>https://learn.microsoft.com/en-us/training/powerplatform/power-bi</a:t>
            </a:r>
          </a:p>
          <a:p xmlns:a="http://schemas.openxmlformats.org/drawingml/2006/main">
            <a:r>
              <a:t>https://sdgs.un.org/goals/goal4</a:t>
            </a:r>
          </a:p>
          <a:p xmlns:a="http://schemas.openxmlformats.org/drawingml/2006/main">
            <a:r>
              <a:t>https://sdgs.un.org/goals/goal8</a:t>
            </a:r>
          </a:p>
          <a:p xmlns:a="http://schemas.openxmlformats.org/drawingml/2006/main">
            <a:r>
              <a:t>https://sdgs.un.org/goals/goal9</a:t>
            </a:r>
          </a:p>
          <a:p xmlns:a="http://schemas.openxmlformats.org/drawingml/2006/main">
            <a:r>
              <a:t>https://sdgs.un.org/goals/goal10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OF 8</a:t>
            </a:r>
          </a:p>
          <a:p xmlns:a="http://schemas.openxmlformats.org/drawingml/2006/main">
            <a:r>
              <a:t>VIDEO 1:10 - 1:55</a:t>
            </a:r>
          </a:p>
          <a:p xmlns:a="http://schemas.openxmlformats.org/drawingml/2006/main">
            <a:r>
              <a:t/>
            </a:r>
          </a:p>
          <a:p xmlns:a="http://schemas.openxmlformats.org/drawingml/2006/main">
            <a:r>
              <a:t>ENGLISH RECORDING SCRIPT</a:t>
            </a:r>
          </a:p>
          <a:p xmlns:a="http://schemas.openxmlformats.org/drawingml/2006/main">
            <a:r>
              <a:t>RePath ranks eight career directions using the confirmed profile. Alex can explore alternatives while seeing how much of his experience transfers.</a:t>
            </a:r>
          </a:p>
          <a:p xmlns:a="http://schemas.openxmlformats.org/drawingml/2006/main">
            <a:r>
              <a:t/>
            </a:r>
          </a:p>
          <a:p xmlns:a="http://schemas.openxmlformats.org/drawingml/2006/main">
            <a:r>
              <a:t>Management Analyst is one option. In our prototype mapping, he covers four of five required skills: operations, reporting, spreadsheets, and communication.</a:t>
            </a:r>
          </a:p>
          <a:p xmlns:a="http://schemas.openxmlformats.org/drawingml/2006/main">
            <a:r>
              <a:t/>
            </a:r>
          </a:p>
          <a:p xmlns:a="http://schemas.openxmlformats.org/drawingml/2006/main">
            <a:r>
              <a:t>The remaining gap is data visualisation. The explanation shows the strengths behind the recommendation and what he would need to practise next.</a:t>
            </a:r>
          </a:p>
          <a:p xmlns:a="http://schemas.openxmlformats.org/drawingml/2006/main">
            <a:r>
              <a:t/>
            </a:r>
          </a:p>
          <a:p xmlns:a="http://schemas.openxmlformats.org/drawingml/2006/main">
            <a:r>
              <a:t>Current fit uses transparent rules for skills and experience, then includes time once confirmed. These scores guide exploration. They are not hiring probabilities.</a:t>
            </a:r>
          </a:p>
          <a:p xmlns:a="http://schemas.openxmlformats.org/drawingml/2006/main">
            <a:r>
              <a:t/>
            </a:r>
          </a:p>
          <a:p xmlns:a="http://schemas.openxmlformats.org/drawingml/2006/main">
            <a:r>
              <a:t>VIDEO SHOTS</a:t>
            </a:r>
          </a:p>
          <a:p xmlns:a="http://schemas.openxmlformats.org/drawingml/2006/main">
            <a:r>
              <a:t>1:10-1:20 catalogue</a:t>
            </a:r>
          </a:p>
          <a:p xmlns:a="http://schemas.openxmlformats.org/drawingml/2006/main">
            <a:r>
              <a:t>1:20-1:32 match</a:t>
            </a:r>
          </a:p>
          <a:p xmlns:a="http://schemas.openxmlformats.org/drawingml/2006/main">
            <a:r>
              <a:t>1:32-1:42 gap</a:t>
            </a:r>
          </a:p>
          <a:p xmlns:a="http://schemas.openxmlformats.org/drawingml/2006/main">
            <a:r>
              <a:t>1:42-1:55 fit</a:t>
            </a:r>
          </a:p>
          <a:p xmlns:a="http://schemas.openxmlformats.org/drawingml/2006/main">
            <a:r>
              <a:t/>
            </a:r>
          </a:p>
          <a:p xmlns:a="http://schemas.openxmlformats.org/drawingml/2006/main">
            <a:r>
              <a:t>SOURCES AND DISCLOSURE</a:t>
            </a:r>
          </a:p>
          <a:p xmlns:a="http://schemas.openxmlformats.org/drawingml/2006/main">
            <a:r>
              <a:t>Domain 1 official problem statement, sections 4, 6 and 8. Participant Handbook 6.3.5.2 and 6.3.5.6: https://drive.google.com/file/d/1fGBS-jevDj_FrF8wsbYNPzyU5TTrfk1V/view</a:t>
            </a:r>
          </a:p>
          <a:p xmlns:a="http://schemas.openxmlformats.org/drawingml/2006/main">
            <a:r>
              <a:t>Product modules: dist/model.mjs, dist/journey.mjs, dist/market-evidence.mjs, dist/rss.mjs, dist/work-profile.mjs and dist/career-data.mjs.</a:t>
            </a:r>
          </a:p>
          <a:p xmlns:a="http://schemas.openxmlformats.org/drawingml/2006/main">
            <a:r>
              <a:t>Fictional Alex Tan profile. Animated explanation plus actual browser capture of the running local RePath 0.2 prototype. Current matching uses rules, not an LLM. Planned signal-to-skill forecasting and skill-level SDG mapping are labelled.</a:t>
            </a:r>
          </a:p>
          <a:p xmlns:a="http://schemas.openxmlformats.org/drawingml/2006/main">
            <a:r>
              <a:t>https://www.dosm.gov.my/portal-main/release-content/big-data-analytics-job-market-insights-q22026</a:t>
            </a:r>
          </a:p>
          <a:p xmlns:a="http://schemas.openxmlformats.org/drawingml/2006/main">
            <a:r>
              <a:t>https://www.onetcenter.org/database.html</a:t>
            </a:r>
          </a:p>
          <a:p xmlns:a="http://schemas.openxmlformats.org/drawingml/2006/main">
            <a:r>
              <a:t>https://www.weforum.org/publications/the-future-of-jobs-report-2025/</a:t>
            </a:r>
          </a:p>
          <a:p xmlns:a="http://schemas.openxmlformats.org/drawingml/2006/main">
            <a:r>
              <a:t>https://rss.arxiv.org/rss/cs.AI</a:t>
            </a:r>
          </a:p>
          <a:p xmlns:a="http://schemas.openxmlformats.org/drawingml/2006/main">
            <a:r>
              <a:t>https://learn.microsoft.com/en-us/training/powerplatform/power-bi</a:t>
            </a:r>
          </a:p>
          <a:p xmlns:a="http://schemas.openxmlformats.org/drawingml/2006/main">
            <a:r>
              <a:t>https://sdgs.un.org/goals/goal4</a:t>
            </a:r>
          </a:p>
          <a:p xmlns:a="http://schemas.openxmlformats.org/drawingml/2006/main">
            <a:r>
              <a:t>https://sdgs.un.org/goals/goal8</a:t>
            </a:r>
          </a:p>
          <a:p xmlns:a="http://schemas.openxmlformats.org/drawingml/2006/main">
            <a:r>
              <a:t>https://sdgs.un.org/goals/goal9</a:t>
            </a:r>
          </a:p>
          <a:p xmlns:a="http://schemas.openxmlformats.org/drawingml/2006/main">
            <a:r>
              <a:t>https://sdgs.un.org/goals/goal10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OF 8</a:t>
            </a:r>
          </a:p>
          <a:p xmlns:a="http://schemas.openxmlformats.org/drawingml/2006/main">
            <a:r>
              <a:t>VIDEO 1:55 - 2:35</a:t>
            </a:r>
          </a:p>
          <a:p xmlns:a="http://schemas.openxmlformats.org/drawingml/2006/main">
            <a:r>
              <a:t/>
            </a:r>
          </a:p>
          <a:p xmlns:a="http://schemas.openxmlformats.org/drawingml/2006/main">
            <a:r>
              <a:t>ENGLISH RECORDING SCRIPT</a:t>
            </a:r>
          </a:p>
          <a:p xmlns:a="http://schemas.openxmlformats.org/drawingml/2006/main">
            <a:r>
              <a:t>At four hours a week, Alex's original profile produces an estimated ten-week pathway, about forty hours including practice.</a:t>
            </a:r>
          </a:p>
          <a:p xmlns:a="http://schemas.openxmlformats.org/drawingml/2006/main">
            <a:r>
              <a:t/>
            </a:r>
          </a:p>
          <a:p xmlns:a="http://schemas.openxmlformats.org/drawingml/2006/main">
            <a:r>
              <a:t>An example task is a one-page visual report using public sample data, with three business insights and a recommendation.</a:t>
            </a:r>
          </a:p>
          <a:p xmlns:a="http://schemas.openxmlformats.org/drawingml/2006/main">
            <a:r>
              <a:t/>
            </a:r>
          </a:p>
          <a:p xmlns:a="http://schemas.openxmlformats.org/drawingml/2006/main">
            <a:r>
              <a:t>Resources connect to the gap, including Microsoft Learn's Power BI learning paths. The plan also includes practice, rather than copying course durations.</a:t>
            </a:r>
          </a:p>
          <a:p xmlns:a="http://schemas.openxmlformats.org/drawingml/2006/main">
            <a:r>
              <a:t/>
            </a:r>
          </a:p>
          <a:p xmlns:a="http://schemas.openxmlformats.org/drawingml/2006/main">
            <a:r>
              <a:t>Weekly steps cover an experience story, focused learning, a small project, and reflection. Skills practice connects to our goal of learning for employment.</a:t>
            </a:r>
          </a:p>
          <a:p xmlns:a="http://schemas.openxmlformats.org/drawingml/2006/main">
            <a:r>
              <a:t/>
            </a:r>
          </a:p>
          <a:p xmlns:a="http://schemas.openxmlformats.org/drawingml/2006/main">
            <a:r>
              <a:t>VIDEO SHOTS</a:t>
            </a:r>
          </a:p>
          <a:p xmlns:a="http://schemas.openxmlformats.org/drawingml/2006/main">
            <a:r>
              <a:t>1:55-2:04 hours</a:t>
            </a:r>
          </a:p>
          <a:p xmlns:a="http://schemas.openxmlformats.org/drawingml/2006/main">
            <a:r>
              <a:t>2:04-2:12 task</a:t>
            </a:r>
          </a:p>
          <a:p xmlns:a="http://schemas.openxmlformats.org/drawingml/2006/main">
            <a:r>
              <a:t>2:12-2:24 resource</a:t>
            </a:r>
          </a:p>
          <a:p xmlns:a="http://schemas.openxmlformats.org/drawingml/2006/main">
            <a:r>
              <a:t>2:24-2:35 roadmap</a:t>
            </a:r>
          </a:p>
          <a:p xmlns:a="http://schemas.openxmlformats.org/drawingml/2006/main">
            <a:r>
              <a:t/>
            </a:r>
          </a:p>
          <a:p xmlns:a="http://schemas.openxmlformats.org/drawingml/2006/main">
            <a:r>
              <a:t>SOURCES AND DISCLOSURE</a:t>
            </a:r>
          </a:p>
          <a:p xmlns:a="http://schemas.openxmlformats.org/drawingml/2006/main">
            <a:r>
              <a:t>Domain 1 official problem statement, sections 4, 6 and 8. Participant Handbook 6.3.5.2 and 6.3.5.6: https://drive.google.com/file/d/1fGBS-jevDj_FrF8wsbYNPzyU5TTrfk1V/view</a:t>
            </a:r>
          </a:p>
          <a:p xmlns:a="http://schemas.openxmlformats.org/drawingml/2006/main">
            <a:r>
              <a:t>Product modules: dist/model.mjs, dist/journey.mjs, dist/market-evidence.mjs, dist/rss.mjs, dist/work-profile.mjs and dist/career-data.mjs.</a:t>
            </a:r>
          </a:p>
          <a:p xmlns:a="http://schemas.openxmlformats.org/drawingml/2006/main">
            <a:r>
              <a:t>Fictional Alex Tan profile. Animated explanation plus actual browser capture of the running local RePath 0.2 prototype. Current matching uses rules, not an LLM. Planned signal-to-skill forecasting and skill-level SDG mapping are labelled.</a:t>
            </a:r>
          </a:p>
          <a:p xmlns:a="http://schemas.openxmlformats.org/drawingml/2006/main">
            <a:r>
              <a:t>https://www.dosm.gov.my/portal-main/release-content/big-data-analytics-job-market-insights-q22026</a:t>
            </a:r>
          </a:p>
          <a:p xmlns:a="http://schemas.openxmlformats.org/drawingml/2006/main">
            <a:r>
              <a:t>https://www.onetcenter.org/database.html</a:t>
            </a:r>
          </a:p>
          <a:p xmlns:a="http://schemas.openxmlformats.org/drawingml/2006/main">
            <a:r>
              <a:t>https://www.weforum.org/publications/the-future-of-jobs-report-2025/</a:t>
            </a:r>
          </a:p>
          <a:p xmlns:a="http://schemas.openxmlformats.org/drawingml/2006/main">
            <a:r>
              <a:t>https://rss.arxiv.org/rss/cs.AI</a:t>
            </a:r>
          </a:p>
          <a:p xmlns:a="http://schemas.openxmlformats.org/drawingml/2006/main">
            <a:r>
              <a:t>https://learn.microsoft.com/en-us/training/powerplatform/power-bi</a:t>
            </a:r>
          </a:p>
          <a:p xmlns:a="http://schemas.openxmlformats.org/drawingml/2006/main">
            <a:r>
              <a:t>https://sdgs.un.org/goals/goal4</a:t>
            </a:r>
          </a:p>
          <a:p xmlns:a="http://schemas.openxmlformats.org/drawingml/2006/main">
            <a:r>
              <a:t>https://sdgs.un.org/goals/goal8</a:t>
            </a:r>
          </a:p>
          <a:p xmlns:a="http://schemas.openxmlformats.org/drawingml/2006/main">
            <a:r>
              <a:t>https://sdgs.un.org/goals/goal9</a:t>
            </a:r>
          </a:p>
          <a:p xmlns:a="http://schemas.openxmlformats.org/drawingml/2006/main">
            <a:r>
              <a:t>https://sdgs.un.org/goals/goal10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OF 8</a:t>
            </a:r>
          </a:p>
          <a:p xmlns:a="http://schemas.openxmlformats.org/drawingml/2006/main">
            <a:r>
              <a:t>VIDEO 2:35 - 3:30</a:t>
            </a:r>
          </a:p>
          <a:p xmlns:a="http://schemas.openxmlformats.org/drawingml/2006/main">
            <a:r>
              <a:t/>
            </a:r>
          </a:p>
          <a:p xmlns:a="http://schemas.openxmlformats.org/drawingml/2006/main">
            <a:r>
              <a:t>ENGLISH RECORDING SCRIPT</a:t>
            </a:r>
          </a:p>
          <a:p xmlns:a="http://schemas.openxmlformats.org/drawingml/2006/main">
            <a:r>
              <a:t>This is the running prototype, using a fictional profile. Alex's project and current situation pass through the actual intake form.</a:t>
            </a:r>
          </a:p>
          <a:p xmlns:a="http://schemas.openxmlformats.org/drawingml/2006/main">
            <a:r>
              <a:t/>
            </a:r>
          </a:p>
          <a:p xmlns:a="http://schemas.openxmlformats.org/drawingml/2006/main">
            <a:r>
              <a:t>Here he confirms communication in the skills list. The application generates career directions, including Management Analyst, with four of five skills covered and an initial fit reference of eighty-eight.</a:t>
            </a:r>
          </a:p>
          <a:p xmlns:a="http://schemas.openxmlformats.org/drawingml/2006/main">
            <a:r>
              <a:t/>
            </a:r>
          </a:p>
          <a:p xmlns:a="http://schemas.openxmlformats.org/drawingml/2006/main">
            <a:r>
              <a:t>Opening the explanation shows the skill coverage and transferable experience behind that result. Data visualisation appears as the skill to build next.</a:t>
            </a:r>
          </a:p>
          <a:p xmlns:a="http://schemas.openxmlformats.org/drawingml/2006/main">
            <a:r>
              <a:t/>
            </a:r>
          </a:p>
          <a:p xmlns:a="http://schemas.openxmlformats.org/drawingml/2006/main">
            <a:r>
              <a:t>After confirming four hours each week, he generates the ten-week plan. Marking the first task complete changes the saved progress. These are working interface actions, not simulated results.</a:t>
            </a:r>
          </a:p>
          <a:p xmlns:a="http://schemas.openxmlformats.org/drawingml/2006/main">
            <a:r>
              <a:t/>
            </a:r>
          </a:p>
          <a:p xmlns:a="http://schemas.openxmlformats.org/drawingml/2006/main">
            <a:r>
              <a:t>VIDEO SHOTS</a:t>
            </a:r>
          </a:p>
          <a:p xmlns:a="http://schemas.openxmlformats.org/drawingml/2006/main">
            <a:r>
              <a:t>2:35-2:46 live1</a:t>
            </a:r>
          </a:p>
          <a:p xmlns:a="http://schemas.openxmlformats.org/drawingml/2006/main">
            <a:r>
              <a:t>2:46-3:02 live2</a:t>
            </a:r>
          </a:p>
          <a:p xmlns:a="http://schemas.openxmlformats.org/drawingml/2006/main">
            <a:r>
              <a:t>3:02-3:14 live3</a:t>
            </a:r>
          </a:p>
          <a:p xmlns:a="http://schemas.openxmlformats.org/drawingml/2006/main">
            <a:r>
              <a:t>3:14-3:30 live4</a:t>
            </a:r>
          </a:p>
          <a:p xmlns:a="http://schemas.openxmlformats.org/drawingml/2006/main">
            <a:r>
              <a:t/>
            </a:r>
          </a:p>
          <a:p xmlns:a="http://schemas.openxmlformats.org/drawingml/2006/main">
            <a:r>
              <a:t>SOURCES AND DISCLOSURE</a:t>
            </a:r>
          </a:p>
          <a:p xmlns:a="http://schemas.openxmlformats.org/drawingml/2006/main">
            <a:r>
              <a:t>Domain 1 official problem statement, sections 4, 6 and 8. Participant Handbook 6.3.5.2 and 6.3.5.6: https://drive.google.com/file/d/1fGBS-jevDj_FrF8wsbYNPzyU5TTrfk1V/view</a:t>
            </a:r>
          </a:p>
          <a:p xmlns:a="http://schemas.openxmlformats.org/drawingml/2006/main">
            <a:r>
              <a:t>Product modules: dist/model.mjs, dist/journey.mjs, dist/market-evidence.mjs, dist/rss.mjs, dist/work-profile.mjs and dist/career-data.mjs.</a:t>
            </a:r>
          </a:p>
          <a:p xmlns:a="http://schemas.openxmlformats.org/drawingml/2006/main">
            <a:r>
              <a:t>Fictional Alex Tan profile. Animated explanation plus actual browser capture of the running local RePath 0.2 prototype. Current matching uses rules, not an LLM. Planned signal-to-skill forecasting and skill-level SDG mapping are labelled.</a:t>
            </a:r>
          </a:p>
          <a:p xmlns:a="http://schemas.openxmlformats.org/drawingml/2006/main">
            <a:r>
              <a:t>https://www.dosm.gov.my/portal-main/release-content/big-data-analytics-job-market-insights-q22026</a:t>
            </a:r>
          </a:p>
          <a:p xmlns:a="http://schemas.openxmlformats.org/drawingml/2006/main">
            <a:r>
              <a:t>https://www.onetcenter.org/database.html</a:t>
            </a:r>
          </a:p>
          <a:p xmlns:a="http://schemas.openxmlformats.org/drawingml/2006/main">
            <a:r>
              <a:t>https://www.weforum.org/publications/the-future-of-jobs-report-2025/</a:t>
            </a:r>
          </a:p>
          <a:p xmlns:a="http://schemas.openxmlformats.org/drawingml/2006/main">
            <a:r>
              <a:t>https://rss.arxiv.org/rss/cs.AI</a:t>
            </a:r>
          </a:p>
          <a:p xmlns:a="http://schemas.openxmlformats.org/drawingml/2006/main">
            <a:r>
              <a:t>https://learn.microsoft.com/en-us/training/powerplatform/power-bi</a:t>
            </a:r>
          </a:p>
          <a:p xmlns:a="http://schemas.openxmlformats.org/drawingml/2006/main">
            <a:r>
              <a:t>https://sdgs.un.org/goals/goal4</a:t>
            </a:r>
          </a:p>
          <a:p xmlns:a="http://schemas.openxmlformats.org/drawingml/2006/main">
            <a:r>
              <a:t>https://sdgs.un.org/goals/goal8</a:t>
            </a:r>
          </a:p>
          <a:p xmlns:a="http://schemas.openxmlformats.org/drawingml/2006/main">
            <a:r>
              <a:t>https://sdgs.un.org/goals/goal9</a:t>
            </a:r>
          </a:p>
          <a:p xmlns:a="http://schemas.openxmlformats.org/drawingml/2006/main">
            <a:r>
              <a:t>https://sdgs.un.org/goals/goal10</a:t>
            </a:r>
          </a:p>
          <a:p xmlns:a="http://schemas.openxmlformats.org/drawingml/2006/main">
            <a:r>
              <a:t/>
            </a:r>
          </a:p>
          <a:p xmlns:a="http://schemas.openxmlformats.org/drawingml/2006/main">
            <a:r>
              <a:t>This section is captured from the actual running application, using the real intake, confirmation, scoring and plan state. Frames are edited for presentation pace. The reference score is 88 before time confirmation; the original five-skill profile becomes 91 after 4h/week is confirmed. Completing one weekly task changes saved progress from 0/10 to 1/10. This does not verify skill mastery.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OF 8</a:t>
            </a:r>
          </a:p>
          <a:p xmlns:a="http://schemas.openxmlformats.org/drawingml/2006/main">
            <a:r>
              <a:t>VIDEO 3:30 - 4:45</a:t>
            </a:r>
          </a:p>
          <a:p xmlns:a="http://schemas.openxmlformats.org/drawingml/2006/main">
            <a:r>
              <a:t/>
            </a:r>
          </a:p>
          <a:p xmlns:a="http://schemas.openxmlformats.org/drawingml/2006/main">
            <a:r>
              <a:t>ENGLISH RECORDING SCRIPT</a:t>
            </a:r>
          </a:p>
          <a:p xmlns:a="http://schemas.openxmlformats.org/drawingml/2006/main">
            <a:r>
              <a:t>Under the interface, rules make today's scores inspectable. Our proposed AI layer will extract candidate skills from experience and review research against occupational tasks. Users will still confirm their own skills.</a:t>
            </a:r>
          </a:p>
          <a:p xmlns:a="http://schemas.openxmlformats.org/drawingml/2006/main">
            <a:r>
              <a:t/>
            </a:r>
          </a:p>
          <a:p xmlns:a="http://schemas.openxmlformats.org/drawingml/2006/main">
            <a:r>
              <a:t>DOSM gives dated Malaysian hiring observations. O*NET provides occupational tasks. WEF offers long-term expectations. arXiv supplies refreshable research signals. These sources have different update cycles, and a paper is not evidence of a new vacancy.</a:t>
            </a:r>
          </a:p>
          <a:p xmlns:a="http://schemas.openxmlformats.org/drawingml/2006/main">
            <a:r>
              <a:t/>
            </a:r>
          </a:p>
          <a:p xmlns:a="http://schemas.openxmlformats.org/drawingml/2006/main">
            <a:r>
              <a:t>In this controlled engine test, a hypothetical demand update reorders the trend view while personal fit stays separate. The input is labelled as synthetic. It is not a new official release.</a:t>
            </a:r>
          </a:p>
          <a:p xmlns:a="http://schemas.openxmlformats.org/drawingml/2006/main">
            <a:r>
              <a:t/>
            </a:r>
          </a:p>
          <a:p xmlns:a="http://schemas.openxmlformats.org/drawingml/2006/main">
            <a:r>
              <a:t>Our engine compares moderate and faster-AI assumptions. For Alex, the faster scenario reduces the reference score from ninety-one to eighty-seven under an explicit missing-skill penalty. The interface will explain these assumptions.</a:t>
            </a:r>
          </a:p>
          <a:p xmlns:a="http://schemas.openxmlformats.org/drawingml/2006/main">
            <a:r>
              <a:t/>
            </a:r>
          </a:p>
          <a:p xmlns:a="http://schemas.openxmlformats.org/drawingml/2006/main">
            <a:r>
              <a:t>To complete the trend layer, we will record a signal's source and date, review the affected tasks, then label skills as emerging, stable, or declining. We will test how those changes affect recommendations.</a:t>
            </a:r>
          </a:p>
          <a:p xmlns:a="http://schemas.openxmlformats.org/drawingml/2006/main">
            <a:r>
              <a:t/>
            </a:r>
          </a:p>
          <a:p xmlns:a="http://schemas.openxmlformats.org/drawingml/2006/main">
            <a:r>
              <a:t>VIDEO SHOTS</a:t>
            </a:r>
          </a:p>
          <a:p xmlns:a="http://schemas.openxmlformats.org/drawingml/2006/main">
            <a:r>
              <a:t>3:30-3:45 engine</a:t>
            </a:r>
          </a:p>
          <a:p xmlns:a="http://schemas.openxmlformats.org/drawingml/2006/main">
            <a:r>
              <a:t>3:45-4:05 sources</a:t>
            </a:r>
          </a:p>
          <a:p xmlns:a="http://schemas.openxmlformats.org/drawingml/2006/main">
            <a:r>
              <a:t>4:05-4:17 market</a:t>
            </a:r>
          </a:p>
          <a:p xmlns:a="http://schemas.openxmlformats.org/drawingml/2006/main">
            <a:r>
              <a:t>4:17-4:32 scenario</a:t>
            </a:r>
          </a:p>
          <a:p xmlns:a="http://schemas.openxmlformats.org/drawingml/2006/main">
            <a:r>
              <a:t>4:32-4:45 forecast</a:t>
            </a:r>
          </a:p>
          <a:p xmlns:a="http://schemas.openxmlformats.org/drawingml/2006/main">
            <a:r>
              <a:t/>
            </a:r>
          </a:p>
          <a:p xmlns:a="http://schemas.openxmlformats.org/drawingml/2006/main">
            <a:r>
              <a:t>SOURCES AND DISCLOSURE</a:t>
            </a:r>
          </a:p>
          <a:p xmlns:a="http://schemas.openxmlformats.org/drawingml/2006/main">
            <a:r>
              <a:t>Domain 1 official problem statement, sections 4, 6 and 8. Participant Handbook 6.3.5.2 and 6.3.5.6: https://drive.google.com/file/d/1fGBS-jevDj_FrF8wsbYNPzyU5TTrfk1V/view</a:t>
            </a:r>
          </a:p>
          <a:p xmlns:a="http://schemas.openxmlformats.org/drawingml/2006/main">
            <a:r>
              <a:t>Product modules: dist/model.mjs, dist/journey.mjs, dist/market-evidence.mjs, dist/rss.mjs, dist/work-profile.mjs and dist/career-data.mjs.</a:t>
            </a:r>
          </a:p>
          <a:p xmlns:a="http://schemas.openxmlformats.org/drawingml/2006/main">
            <a:r>
              <a:t>Fictional Alex Tan profile. Animated explanation plus actual browser capture of the running local RePath 0.2 prototype. Current matching uses rules, not an LLM. Planned signal-to-skill forecasting and skill-level SDG mapping are labelled.</a:t>
            </a:r>
          </a:p>
          <a:p xmlns:a="http://schemas.openxmlformats.org/drawingml/2006/main">
            <a:r>
              <a:t>https://www.dosm.gov.my/portal-main/release-content/big-data-analytics-job-market-insights-q22026</a:t>
            </a:r>
          </a:p>
          <a:p xmlns:a="http://schemas.openxmlformats.org/drawingml/2006/main">
            <a:r>
              <a:t>https://www.onetcenter.org/database.html</a:t>
            </a:r>
          </a:p>
          <a:p xmlns:a="http://schemas.openxmlformats.org/drawingml/2006/main">
            <a:r>
              <a:t>https://www.weforum.org/publications/the-future-of-jobs-report-2025/</a:t>
            </a:r>
          </a:p>
          <a:p xmlns:a="http://schemas.openxmlformats.org/drawingml/2006/main">
            <a:r>
              <a:t>https://rss.arxiv.org/rss/cs.AI</a:t>
            </a:r>
          </a:p>
          <a:p xmlns:a="http://schemas.openxmlformats.org/drawingml/2006/main">
            <a:r>
              <a:t>https://learn.microsoft.com/en-us/training/powerplatform/power-bi</a:t>
            </a:r>
          </a:p>
          <a:p xmlns:a="http://schemas.openxmlformats.org/drawingml/2006/main">
            <a:r>
              <a:t>https://sdgs.un.org/goals/goal4</a:t>
            </a:r>
          </a:p>
          <a:p xmlns:a="http://schemas.openxmlformats.org/drawingml/2006/main">
            <a:r>
              <a:t>https://sdgs.un.org/goals/goal8</a:t>
            </a:r>
          </a:p>
          <a:p xmlns:a="http://schemas.openxmlformats.org/drawingml/2006/main">
            <a:r>
              <a:t>https://sdgs.un.org/goals/goal9</a:t>
            </a:r>
          </a:p>
          <a:p xmlns:a="http://schemas.openxmlformats.org/drawingml/2006/main">
            <a:r>
              <a:t>https://sdgs.un.org/goals/goal10</a:t>
            </a:r>
          </a:p>
          <a:p xmlns:a="http://schemas.openxmlformats.org/drawingml/2006/main">
            <a:r>
              <a:t/>
            </a:r>
          </a:p>
          <a:p xmlns:a="http://schemas.openxmlformats.org/drawingml/2006/main">
            <a:r>
              <a:t>The hypothetical test changes the advertising/marketing input from 40,640 to 60,000. It is not an official new release. Personal fit remains 91 for Alex's original five-skill profile at 4h/week. The faster-AI rule subtracts four points for one missing core skill, producing 87. This is sensitivity logic, not a validated forecast. Automated signal-to-skill forecasting and a clearer multi-scenario view are planned. Source availability, interpretation and local mappings remain technical risks.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OF 8</a:t>
            </a:r>
          </a:p>
          <a:p xmlns:a="http://schemas.openxmlformats.org/drawingml/2006/main">
            <a:r>
              <a:t>VIDEO 4:45 - 5:30</a:t>
            </a:r>
          </a:p>
          <a:p xmlns:a="http://schemas.openxmlformats.org/drawingml/2006/main">
            <a:r>
              <a:t/>
            </a:r>
          </a:p>
          <a:p xmlns:a="http://schemas.openxmlformats.org/drawingml/2006/main">
            <a:r>
              <a:t>ENGLISH RECORDING SCRIPT</a:t>
            </a:r>
          </a:p>
          <a:p xmlns:a="http://schemas.openxmlformats.org/drawingml/2006/main">
            <a:r>
              <a:t>Alex leaves with a role to investigate, a skill gap, and a first action. Our preliminary demo proves that this journey works.</a:t>
            </a:r>
          </a:p>
          <a:p xmlns:a="http://schemas.openxmlformats.org/drawingml/2006/main">
            <a:r>
              <a:t/>
            </a:r>
          </a:p>
          <a:p xmlns:a="http://schemas.openxmlformats.org/drawingml/2006/main">
            <a:r>
              <a:t>Our final build will add evidence-led skill outlooks, clearer scenario comparisons, and an SDG goal, target, and reason for every recommended role and skill.</a:t>
            </a:r>
          </a:p>
          <a:p xmlns:a="http://schemas.openxmlformats.org/drawingml/2006/main">
            <a:r>
              <a:t/>
            </a:r>
          </a:p>
          <a:p xmlns:a="http://schemas.openxmlformats.org/drawingml/2006/main">
            <a:r>
              <a:t>We propose a ten-user pilot. Before and after RePath, we will check whether each user can identify a relevant role, a skill gap, and a next action.</a:t>
            </a:r>
          </a:p>
          <a:p xmlns:a="http://schemas.openxmlformats.org/drawingml/2006/main">
            <a:r>
              <a:t/>
            </a:r>
          </a:p>
          <a:p xmlns:a="http://schemas.openxmlformats.org/drawingml/2006/main">
            <a:r>
              <a:t>Our proposed target is a twenty percentage-point improvement. Baseline collection remains planned. We will also review first-task completion and work quality.</a:t>
            </a:r>
          </a:p>
          <a:p xmlns:a="http://schemas.openxmlformats.org/drawingml/2006/main">
            <a:r>
              <a:t/>
            </a:r>
          </a:p>
          <a:p xmlns:a="http://schemas.openxmlformats.org/drawingml/2006/main">
            <a:r>
              <a:t>VIDEO SHOTS</a:t>
            </a:r>
          </a:p>
          <a:p xmlns:a="http://schemas.openxmlformats.org/drawingml/2006/main">
            <a:r>
              <a:t>4:45-4:55 value</a:t>
            </a:r>
          </a:p>
          <a:p xmlns:a="http://schemas.openxmlformats.org/drawingml/2006/main">
            <a:r>
              <a:t>4:55-5:06 delivery</a:t>
            </a:r>
          </a:p>
          <a:p xmlns:a="http://schemas.openxmlformats.org/drawingml/2006/main">
            <a:r>
              <a:t>5:06-5:18 pilot</a:t>
            </a:r>
          </a:p>
          <a:p xmlns:a="http://schemas.openxmlformats.org/drawingml/2006/main">
            <a:r>
              <a:t>5:18-5:30 metrics</a:t>
            </a:r>
          </a:p>
          <a:p xmlns:a="http://schemas.openxmlformats.org/drawingml/2006/main">
            <a:r>
              <a:t/>
            </a:r>
          </a:p>
          <a:p xmlns:a="http://schemas.openxmlformats.org/drawingml/2006/main">
            <a:r>
              <a:t>SOURCES AND DISCLOSURE</a:t>
            </a:r>
          </a:p>
          <a:p xmlns:a="http://schemas.openxmlformats.org/drawingml/2006/main">
            <a:r>
              <a:t>Domain 1 official problem statement, sections 4, 6 and 8. Participant Handbook 6.3.5.2 and 6.3.5.6: https://drive.google.com/file/d/1fGBS-jevDj_FrF8wsbYNPzyU5TTrfk1V/view</a:t>
            </a:r>
          </a:p>
          <a:p xmlns:a="http://schemas.openxmlformats.org/drawingml/2006/main">
            <a:r>
              <a:t>Product modules: dist/model.mjs, dist/journey.mjs, dist/market-evidence.mjs, dist/rss.mjs, dist/work-profile.mjs and dist/career-data.mjs.</a:t>
            </a:r>
          </a:p>
          <a:p xmlns:a="http://schemas.openxmlformats.org/drawingml/2006/main">
            <a:r>
              <a:t>Fictional Alex Tan profile. Animated explanation plus actual browser capture of the running local RePath 0.2 prototype. Current matching uses rules, not an LLM. Planned signal-to-skill forecasting and skill-level SDG mapping are labelled.</a:t>
            </a:r>
          </a:p>
          <a:p xmlns:a="http://schemas.openxmlformats.org/drawingml/2006/main">
            <a:r>
              <a:t>https://www.dosm.gov.my/portal-main/release-content/big-data-analytics-job-market-insights-q22026</a:t>
            </a:r>
          </a:p>
          <a:p xmlns:a="http://schemas.openxmlformats.org/drawingml/2006/main">
            <a:r>
              <a:t>https://www.onetcenter.org/database.html</a:t>
            </a:r>
          </a:p>
          <a:p xmlns:a="http://schemas.openxmlformats.org/drawingml/2006/main">
            <a:r>
              <a:t>https://www.weforum.org/publications/the-future-of-jobs-report-2025/</a:t>
            </a:r>
          </a:p>
          <a:p xmlns:a="http://schemas.openxmlformats.org/drawingml/2006/main">
            <a:r>
              <a:t>https://rss.arxiv.org/rss/cs.AI</a:t>
            </a:r>
          </a:p>
          <a:p xmlns:a="http://schemas.openxmlformats.org/drawingml/2006/main">
            <a:r>
              <a:t>https://learn.microsoft.com/en-us/training/powerplatform/power-bi</a:t>
            </a:r>
          </a:p>
          <a:p xmlns:a="http://schemas.openxmlformats.org/drawingml/2006/main">
            <a:r>
              <a:t>https://sdgs.un.org/goals/goal4</a:t>
            </a:r>
          </a:p>
          <a:p xmlns:a="http://schemas.openxmlformats.org/drawingml/2006/main">
            <a:r>
              <a:t>https://sdgs.un.org/goals/goal8</a:t>
            </a:r>
          </a:p>
          <a:p xmlns:a="http://schemas.openxmlformats.org/drawingml/2006/main">
            <a:r>
              <a:t>https://sdgs.un.org/goals/goal9</a:t>
            </a:r>
          </a:p>
          <a:p xmlns:a="http://schemas.openxmlformats.org/drawingml/2006/main">
            <a:r>
              <a:t>https://sdgs.un.org/goals/goal10</a:t>
            </a:r>
          </a:p>
          <a:p xmlns:a="http://schemas.openxmlformats.org/drawingml/2006/main">
            <a:br/>
            <a:r>
              <a:t>Final delivery plan covers the six Domain 1 must-have features. Current status: intake, explainable matching and time-based pathway work; trend-to-skill forecasting, full per-role/per-skill SDG rationales, and a clearer scenario interface remain planned.</a:t>
            </a:r>
            <a:br/>
            <a:r>
              <a:t>Official Submission Template section 4 asks for a baseline, measurable KPI and Phase 2 target: https://docs.google.com/document/d/1RUb7bQvtaI5ds8SLHQtzAFmg8OGb9WsK/edit</a:t>
            </a:r>
            <a:br/>
            <a:r>
              <a:t>The 10-user pilot and +20 percentage-point target are proposed planning choices, not official requirements or measured outcomes. Passing the core KPI requires a participant to name a relevant role, a specific skill gap and an actionable next step. T0 baseline has not been collected. A 20-point change equals two additional passing participants in a 10-person paired pilot. This small sample does not establish employment or wage impact. The formal impact baseline field remains to be completed from measurements or a cited, clearly labelled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OF 8</a:t>
            </a:r>
          </a:p>
          <a:p xmlns:a="http://schemas.openxmlformats.org/drawingml/2006/main">
            <a:r>
              <a:t>VIDEO 5:30 - 6:00</a:t>
            </a:r>
          </a:p>
          <a:p xmlns:a="http://schemas.openxmlformats.org/drawingml/2006/main">
            <a:r>
              <a:t/>
            </a:r>
          </a:p>
          <a:p xmlns:a="http://schemas.openxmlformats.org/drawingml/2006/main">
            <a:r>
              <a:t>ENGLISH RECORDING SCRIPT</a:t>
            </a:r>
          </a:p>
          <a:p xmlns:a="http://schemas.openxmlformats.org/drawingml/2006/main">
            <a:r>
              <a:t>Data visualisation practice connects to SDG four: relevant skills for employment.</a:t>
            </a:r>
          </a:p>
          <a:p xmlns:a="http://schemas.openxmlformats.org/drawingml/2006/main">
            <a:r>
              <a:t/>
            </a:r>
          </a:p>
          <a:p xmlns:a="http://schemas.openxmlformats.org/drawingml/2006/main">
            <a:r>
              <a:t>Applying those skills to better business processes supports our aim under SDG eight. Free exploration and three languages support inclusion under SDG ten.</a:t>
            </a:r>
          </a:p>
          <a:p xmlns:a="http://schemas.openxmlformats.org/drawingml/2006/main">
            <a:r>
              <a:t/>
            </a:r>
          </a:p>
          <a:p xmlns:a="http://schemas.openxmlformats.org/drawingml/2006/main">
            <a:r>
              <a:t>These are intended contributions. Detailed role and skill mappings remain part of our final build. RePath. Your experience still matters.</a:t>
            </a:r>
          </a:p>
          <a:p xmlns:a="http://schemas.openxmlformats.org/drawingml/2006/main">
            <a:r>
              <a:t/>
            </a:r>
          </a:p>
          <a:p xmlns:a="http://schemas.openxmlformats.org/drawingml/2006/main">
            <a:r>
              <a:t>VIDEO SHOTS</a:t>
            </a:r>
          </a:p>
          <a:p xmlns:a="http://schemas.openxmlformats.org/drawingml/2006/main">
            <a:r>
              <a:t>5:30-5:37 sdgskill</a:t>
            </a:r>
          </a:p>
          <a:p xmlns:a="http://schemas.openxmlformats.org/drawingml/2006/main">
            <a:r>
              <a:t>5:37-5:48 sdgwork</a:t>
            </a:r>
          </a:p>
          <a:p xmlns:a="http://schemas.openxmlformats.org/drawingml/2006/main">
            <a:r>
              <a:t>5:48-6:00 sdgstatus</a:t>
            </a:r>
          </a:p>
          <a:p xmlns:a="http://schemas.openxmlformats.org/drawingml/2006/main">
            <a:r>
              <a:t/>
            </a:r>
          </a:p>
          <a:p xmlns:a="http://schemas.openxmlformats.org/drawingml/2006/main">
            <a:r>
              <a:t>SOURCES AND DISCLOSURE</a:t>
            </a:r>
          </a:p>
          <a:p xmlns:a="http://schemas.openxmlformats.org/drawingml/2006/main">
            <a:r>
              <a:t>Domain 1 official problem statement, sections 4, 6 and 8. Participant Handbook 6.3.5.2 and 6.3.5.6: https://drive.google.com/file/d/1fGBS-jevDj_FrF8wsbYNPzyU5TTrfk1V/view</a:t>
            </a:r>
          </a:p>
          <a:p xmlns:a="http://schemas.openxmlformats.org/drawingml/2006/main">
            <a:r>
              <a:t>Product modules: dist/model.mjs, dist/journey.mjs, dist/market-evidence.mjs, dist/rss.mjs, dist/work-profile.mjs and dist/career-data.mjs.</a:t>
            </a:r>
          </a:p>
          <a:p xmlns:a="http://schemas.openxmlformats.org/drawingml/2006/main">
            <a:r>
              <a:t>Fictional Alex Tan profile. Animated explanation plus actual browser capture of the running local RePath 0.2 prototype. Current matching uses rules, not an LLM. Planned signal-to-skill forecasting and skill-level SDG mapping are labelled.</a:t>
            </a:r>
          </a:p>
          <a:p xmlns:a="http://schemas.openxmlformats.org/drawingml/2006/main">
            <a:r>
              <a:t>https://www.dosm.gov.my/portal-main/release-content/big-data-analytics-job-market-insights-q22026</a:t>
            </a:r>
          </a:p>
          <a:p xmlns:a="http://schemas.openxmlformats.org/drawingml/2006/main">
            <a:r>
              <a:t>https://www.onetcenter.org/database.html</a:t>
            </a:r>
          </a:p>
          <a:p xmlns:a="http://schemas.openxmlformats.org/drawingml/2006/main">
            <a:r>
              <a:t>https://www.weforum.org/publications/the-future-of-jobs-report-2025/</a:t>
            </a:r>
          </a:p>
          <a:p xmlns:a="http://schemas.openxmlformats.org/drawingml/2006/main">
            <a:r>
              <a:t>https://rss.arxiv.org/rss/cs.AI</a:t>
            </a:r>
          </a:p>
          <a:p xmlns:a="http://schemas.openxmlformats.org/drawingml/2006/main">
            <a:r>
              <a:t>https://learn.microsoft.com/en-us/training/powerplatform/power-bi</a:t>
            </a:r>
          </a:p>
          <a:p xmlns:a="http://schemas.openxmlformats.org/drawingml/2006/main">
            <a:r>
              <a:t>https://sdgs.un.org/goals/goal4</a:t>
            </a:r>
          </a:p>
          <a:p xmlns:a="http://schemas.openxmlformats.org/drawingml/2006/main">
            <a:r>
              <a:t>https://sdgs.un.org/goals/goal8</a:t>
            </a:r>
          </a:p>
          <a:p xmlns:a="http://schemas.openxmlformats.org/drawingml/2006/main">
            <a:r>
              <a:t>https://sdgs.un.org/goals/goal9</a:t>
            </a:r>
          </a:p>
          <a:p xmlns:a="http://schemas.openxmlformats.org/drawingml/2006/main">
            <a:r>
              <a:t>https://sdgs.un.org/goals/goal10</a:t>
            </a:r>
          </a:p>
          <a:p xmlns:a="http://schemas.openxmlformats.org/drawingml/2006/main">
            <a:r>
              <a:t/>
            </a:r>
          </a:p>
          <a:p xmlns:a="http://schemas.openxmlformats.org/drawingml/2006/main">
            <a:r>
              <a:t>SDG 4.4 concerns relevant employment and entrepreneurship skills. SDG 8.2 concerns productivity through diversification, upgrading and innovation. SDG 10.2 concerns inclusion. These links describe intended contributions, not measured impact or UN endorsement. The current curated Management Analyst role tag uses SDG 9. The proposed next build assigns each role and skill a goal, target, rationale and evidence link, rather than simply attaching SDG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3ee6facbf849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7248617a3944e5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443ac65bd743d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ee4f8aae26244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7a987b8feba4c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6bd48e8aec40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7806B6-55C7-4D30-9B21-FEFA67BD301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C5D71FF-E510-4102-B6E3-8BF308420FC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331A5FA-BEDC-44F3-B401-CBD1D9BEE0D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017206-E7A6-46BB-96F4-BFB3BFEE04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76844FD-7FBE-4CB8-BE4D-C70B3604C61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953B99-74EC-41E6-B783-53F17AE767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A8D616-ABAC-4107-AF1A-5B06F1ED42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A518287-DE98-4FDC-8CDD-51C3E7CD7F0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361D5F-9556-43FF-82BE-2902F8DFBF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1A8B9C-EF20-488F-8FCE-B3C091BA950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a3416245a04a9d" /><Relationship Type="http://schemas.openxmlformats.org/officeDocument/2006/relationships/slideLayout" Target="/ppt/slideLayouts/slideLayout1.xml" Id="Rda25922eccd2414c" /><Relationship Type="http://schemas.openxmlformats.org/officeDocument/2006/relationships/slideLayout" Target="/ppt/slideLayouts/slideLayout2.xml" Id="Rd7db944047eb4a5b" /><Relationship Type="http://schemas.openxmlformats.org/officeDocument/2006/relationships/slideLayout" Target="/ppt/slideLayouts/slideLayout3.xml" Id="R16d97e9505c844a3" /><Relationship Type="http://schemas.openxmlformats.org/officeDocument/2006/relationships/slideLayout" Target="/ppt/slideLayouts/slideLayout4.xml" Id="R3469daf930ce4ece" /><Relationship Type="http://schemas.openxmlformats.org/officeDocument/2006/relationships/slideLayout" Target="/ppt/slideLayouts/slideLayout5.xml" Id="R72ddea246f054bad" /><Relationship Type="http://schemas.openxmlformats.org/officeDocument/2006/relationships/slideLayout" Target="/ppt/slideLayouts/slideLayout6.xml" Id="Rd918300f03184b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25922eccd2414c"/>
    <p:sldLayoutId xmlns:r="http://schemas.openxmlformats.org/officeDocument/2006/relationships" id="2147483650" r:id="Rd7db944047eb4a5b"/>
    <p:sldLayoutId xmlns:r="http://schemas.openxmlformats.org/officeDocument/2006/relationships" id="2147483651" r:id="R16d97e9505c844a3"/>
    <p:sldLayoutId xmlns:r="http://schemas.openxmlformats.org/officeDocument/2006/relationships" id="2147483652" r:id="R3469daf930ce4ece"/>
    <p:sldLayoutId xmlns:r="http://schemas.openxmlformats.org/officeDocument/2006/relationships" id="2147483653" r:id="R72ddea246f054bad"/>
    <p:sldLayoutId xmlns:r="http://schemas.openxmlformats.org/officeDocument/2006/relationships" id="2147483654" r:id="Rd918300f03184b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e5cc04d94f41d4" /><Relationship Type="http://schemas.openxmlformats.org/officeDocument/2006/relationships/image" Target="/ppt/media/image.png" Id="Rf76cfa21f5854bde" /><Relationship Type="http://schemas.openxmlformats.org/officeDocument/2006/relationships/notesSlide" Target="/ppt/notesSlides/notesSlide1.xml" Id="R96ede1c7a78341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a9be2a9622a4e50" /><Relationship Type="http://schemas.openxmlformats.org/officeDocument/2006/relationships/image" Target="/ppt/media/image2.png" Id="R8022559fd7a14c5c" /><Relationship Type="http://schemas.openxmlformats.org/officeDocument/2006/relationships/image" Target="/ppt/media/image3.png" Id="Rde31c33e95c84c8a" /><Relationship Type="http://schemas.openxmlformats.org/officeDocument/2006/relationships/notesSlide" Target="/ppt/notesSlides/notesSlide2.xml" Id="R0fd720121ac148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b329f9f4ee44a8b" /><Relationship Type="http://schemas.openxmlformats.org/officeDocument/2006/relationships/image" Target="/ppt/media/image4.png" Id="R138f787e241f42ef" /><Relationship Type="http://schemas.openxmlformats.org/officeDocument/2006/relationships/image" Target="/ppt/media/image5.png" Id="Rcf00021774a945a3" /><Relationship Type="http://schemas.openxmlformats.org/officeDocument/2006/relationships/notesSlide" Target="/ppt/notesSlides/notesSlide3.xml" Id="Rb549952309ef46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1b64f24bb04fed" /><Relationship Type="http://schemas.openxmlformats.org/officeDocument/2006/relationships/image" Target="/ppt/media/image6.png" Id="R44083e0a33e54210" /><Relationship Type="http://schemas.openxmlformats.org/officeDocument/2006/relationships/image" Target="/ppt/media/image7.png" Id="R724adede257d43f4" /><Relationship Type="http://schemas.openxmlformats.org/officeDocument/2006/relationships/notesSlide" Target="/ppt/notesSlides/notesSlide4.xml" Id="R9382f9997f0a40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1d723decc9a4d23" /><Relationship Type="http://schemas.openxmlformats.org/officeDocument/2006/relationships/image" Target="/ppt/media/image8.png" Id="R31f1d782e608499c" /><Relationship Type="http://schemas.openxmlformats.org/officeDocument/2006/relationships/image" Target="/ppt/media/image9.png" Id="Rf5356712092b4ab5" /><Relationship Type="http://schemas.openxmlformats.org/officeDocument/2006/relationships/notesSlide" Target="/ppt/notesSlides/notesSlide5.xml" Id="Ra2594a53826e47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7e2040c14e34189" /><Relationship Type="http://schemas.openxmlformats.org/officeDocument/2006/relationships/image" Target="/ppt/media/image10.png" Id="Rd89dc143e3aa4409" /><Relationship Type="http://schemas.openxmlformats.org/officeDocument/2006/relationships/image" Target="/ppt/media/image11.png" Id="Re44996d6b67046bd" /><Relationship Type="http://schemas.openxmlformats.org/officeDocument/2006/relationships/notesSlide" Target="/ppt/notesSlides/notesSlide6.xml" Id="Rf0e2d95601ca4b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59e79f7feca432b" /><Relationship Type="http://schemas.openxmlformats.org/officeDocument/2006/relationships/image" Target="/ppt/media/image12.png" Id="R4a1e18a773a94833" /><Relationship Type="http://schemas.openxmlformats.org/officeDocument/2006/relationships/notesSlide" Target="/ppt/notesSlides/notesSlide7.xml" Id="R406d89c45d394d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82488dfe255464b" /><Relationship Type="http://schemas.openxmlformats.org/officeDocument/2006/relationships/image" Target="/ppt/media/image13.png" Id="R8f4de845ce4c4373" /><Relationship Type="http://schemas.openxmlformats.org/officeDocument/2006/relationships/notesSlide" Target="/ppt/notesSlides/notesSlide8.xml" Id="Rc8fbc7e5269d4fee" /></Relationships>
</file>

<file path=ppt/slides/slide1.xml><?xml version="1.0" encoding="utf-8"?>
<p:sld xmlns:p="http://schemas.openxmlformats.org/presentationml/2006/main">
  <p:cSld>
    <p:bg>
      <p:bgPr>
        <a:solidFill xmlns:a="http://schemas.openxmlformats.org/drawingml/2006/main">
          <a:srgbClr val="F3F7FC"/>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F0AA538-6C88-4E9F-86B8-EAEA921C3A1B}"/>
              </a:ext>
            </a:extLst>
          </p:cNvPr>
          <p:cNvPicPr>
            <a:picLocks xmlns:a="http://schemas.openxmlformats.org/drawingml/2006/main" noChangeAspect="1"/>
          </p:cNvPicPr>
          <p:nvPr/>
        </p:nvPicPr>
        <p:blipFill>
          <a:blip xmlns:r="http://schemas.openxmlformats.org/officeDocument/2006/relationships" xmlns:a="http://schemas.openxmlformats.org/drawingml/2006/main" r:embed="Rf76cfa21f5854bde"/>
          <a:stretch xmlns:a="http://schemas.openxmlformats.org/drawingml/2006/main"/>
        </p:blipFill>
        <p:spPr>
          <a:xfrm xmlns:a="http://schemas.openxmlformats.org/drawingml/2006/main">
            <a:off x="621889" y="342900"/>
            <a:ext cx="1689923" cy="428625"/>
          </a:xfrm>
          <a:prstGeom xmlns:a="http://schemas.openxmlformats.org/drawingml/2006/main" prst="rect">
            <a:avLst/>
          </a:prstGeom>
        </p:spPr>
      </p:pic>
      <p:sp>
        <p:nvSpPr>
          <p:cNvPr id="2" name="01 / 08">
            <a:extLst xmlns:a="http://schemas.openxmlformats.org/drawingml/2006/main">
              <a:ext uri="{FF2B5EF4-FFF2-40B4-BE49-F238E27FC236}">
                <a16:creationId xmlns:a16="http://schemas.microsoft.com/office/drawing/2014/main" id="{CACF3541-55C4-4464-8149-DFADC8527980}"/>
              </a:ext>
            </a:extLst>
          </p:cNvPr>
          <p:cNvSpPr>
            <a:spLocks xmlns:a="http://schemas.openxmlformats.org/drawingml/2006/main" noGrp="1"/>
          </p:cNvSpPr>
          <p:nvPr/>
        </p:nvSpPr>
        <p:spPr>
          <a:xfrm xmlns:a="http://schemas.openxmlformats.org/drawingml/2006/main">
            <a:off x="10610850" y="457200"/>
            <a:ext cx="971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0758B"/>
                </a:solidFill>
                <a:latin typeface="Arial"/>
                <a:ea typeface="Arial"/>
                <a:cs typeface="Arial"/>
              </a:defRPr>
            </a:defPPr>
            <a:lvl1pPr>
              <a:buNone/>
              <a:defRPr sz="1350" b="0">
                <a:solidFill>
                  <a:srgbClr val="60758B"/>
                </a:solidFill>
                <a:latin typeface="Arial"/>
                <a:ea typeface="Arial"/>
                <a:cs typeface="Arial"/>
              </a:defRPr>
            </a:lvl1pPr>
            <a:lvl2pPr>
              <a:buNone/>
              <a:defRPr sz="1350" b="0">
                <a:solidFill>
                  <a:srgbClr val="60758B"/>
                </a:solidFill>
                <a:latin typeface="Arial"/>
                <a:ea typeface="Arial"/>
                <a:cs typeface="Arial"/>
              </a:defRPr>
            </a:lvl2pPr>
            <a:lvl3pPr>
              <a:buNone/>
              <a:defRPr sz="1350" b="0">
                <a:solidFill>
                  <a:srgbClr val="60758B"/>
                </a:solidFill>
                <a:latin typeface="Arial"/>
                <a:ea typeface="Arial"/>
                <a:cs typeface="Arial"/>
              </a:defRPr>
            </a:lvl3pPr>
            <a:lvl4pPr>
              <a:buNone/>
              <a:defRPr sz="1350" b="0">
                <a:solidFill>
                  <a:srgbClr val="60758B"/>
                </a:solidFill>
                <a:latin typeface="Arial"/>
                <a:ea typeface="Arial"/>
                <a:cs typeface="Arial"/>
              </a:defRPr>
            </a:lvl4pPr>
            <a:lvl5pPr>
              <a:buNone/>
              <a:defRPr sz="1350" b="0">
                <a:solidFill>
                  <a:srgbClr val="60758B"/>
                </a:solidFill>
                <a:latin typeface="Arial"/>
                <a:ea typeface="Arial"/>
                <a:cs typeface="Arial"/>
              </a:defRPr>
            </a:lvl5pPr>
            <a:lvl6pPr>
              <a:buNone/>
              <a:defRPr sz="1350" b="0">
                <a:solidFill>
                  <a:srgbClr val="60758B"/>
                </a:solidFill>
                <a:latin typeface="Arial"/>
                <a:ea typeface="Arial"/>
                <a:cs typeface="Arial"/>
              </a:defRPr>
            </a:lvl6pPr>
            <a:lvl7pPr>
              <a:buNone/>
              <a:defRPr sz="1350" b="0">
                <a:solidFill>
                  <a:srgbClr val="60758B"/>
                </a:solidFill>
                <a:latin typeface="Arial"/>
                <a:ea typeface="Arial"/>
                <a:cs typeface="Arial"/>
              </a:defRPr>
            </a:lvl7pPr>
            <a:lvl8pPr>
              <a:buNone/>
              <a:defRPr sz="1350" b="0">
                <a:solidFill>
                  <a:srgbClr val="60758B"/>
                </a:solidFill>
                <a:latin typeface="Arial"/>
                <a:ea typeface="Arial"/>
                <a:cs typeface="Arial"/>
              </a:defRPr>
            </a:lvl8pPr>
            <a:lvl9pPr>
              <a:buNone/>
              <a:defRPr sz="1350" b="0">
                <a:solidFill>
                  <a:srgbClr val="60758B"/>
                </a:solidFill>
                <a:latin typeface="Arial"/>
                <a:ea typeface="Arial"/>
                <a:cs typeface="Arial"/>
              </a:defRPr>
            </a:lvl9pPr>
          </a:lstStyle>
          <a:p xmlns:a="http://schemas.openxmlformats.org/drawingml/2006/main">
            <a:pPr>
              <a:buNone/>
              <a:defRPr sz="1350" b="0">
                <a:solidFill>
                  <a:srgbClr val="60758B"/>
                </a:solidFill>
                <a:latin typeface="Arial"/>
                <a:ea typeface="Arial"/>
                <a:cs typeface="Arial"/>
              </a:defRPr>
            </a:pPr>
            <a:r>
              <a:rPr sz="1350" b="0">
                <a:solidFill>
                  <a:srgbClr val="60758B"/>
                </a:solidFill>
                <a:latin typeface="Arial"/>
                <a:ea typeface="Arial"/>
                <a:cs typeface="Arial"/>
              </a:rPr>
              <a:t>01 / 08</a:t>
            </a:r>
          </a:p>
        </p:txBody>
      </p:sp>
      <p:sp>
        <p:nvSpPr>
          <p:cNvPr id="3" name="For experienced professionals in Malaysia">
            <a:extLst xmlns:a="http://schemas.openxmlformats.org/drawingml/2006/main">
              <a:ext uri="{FF2B5EF4-FFF2-40B4-BE49-F238E27FC236}">
                <a16:creationId xmlns:a16="http://schemas.microsoft.com/office/drawing/2014/main" id="{C90A23F1-D07A-4C73-B26F-A1A26A8ADABD}"/>
              </a:ext>
            </a:extLst>
          </p:cNvPr>
          <p:cNvSpPr>
            <a:spLocks xmlns:a="http://schemas.openxmlformats.org/drawingml/2006/main" noGrp="1"/>
          </p:cNvSpPr>
          <p:nvPr/>
        </p:nvSpPr>
        <p:spPr>
          <a:xfrm xmlns:a="http://schemas.openxmlformats.org/drawingml/2006/main">
            <a:off x="609600" y="10763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B2341"/>
                </a:solidFill>
                <a:latin typeface="Arial"/>
                <a:ea typeface="Arial"/>
                <a:cs typeface="Arial"/>
              </a:defRPr>
            </a:defPPr>
            <a:lvl1pPr>
              <a:buNone/>
              <a:defRPr sz="3300" b="1">
                <a:solidFill>
                  <a:srgbClr val="0B2341"/>
                </a:solidFill>
                <a:latin typeface="Arial"/>
                <a:ea typeface="Arial"/>
                <a:cs typeface="Arial"/>
              </a:defRPr>
            </a:lvl1pPr>
            <a:lvl2pPr>
              <a:buNone/>
              <a:defRPr sz="3300" b="1">
                <a:solidFill>
                  <a:srgbClr val="0B2341"/>
                </a:solidFill>
                <a:latin typeface="Arial"/>
                <a:ea typeface="Arial"/>
                <a:cs typeface="Arial"/>
              </a:defRPr>
            </a:lvl2pPr>
            <a:lvl3pPr>
              <a:buNone/>
              <a:defRPr sz="3300" b="1">
                <a:solidFill>
                  <a:srgbClr val="0B2341"/>
                </a:solidFill>
                <a:latin typeface="Arial"/>
                <a:ea typeface="Arial"/>
                <a:cs typeface="Arial"/>
              </a:defRPr>
            </a:lvl3pPr>
            <a:lvl4pPr>
              <a:buNone/>
              <a:defRPr sz="3300" b="1">
                <a:solidFill>
                  <a:srgbClr val="0B2341"/>
                </a:solidFill>
                <a:latin typeface="Arial"/>
                <a:ea typeface="Arial"/>
                <a:cs typeface="Arial"/>
              </a:defRPr>
            </a:lvl4pPr>
            <a:lvl5pPr>
              <a:buNone/>
              <a:defRPr sz="3300" b="1">
                <a:solidFill>
                  <a:srgbClr val="0B2341"/>
                </a:solidFill>
                <a:latin typeface="Arial"/>
                <a:ea typeface="Arial"/>
                <a:cs typeface="Arial"/>
              </a:defRPr>
            </a:lvl5pPr>
            <a:lvl6pPr>
              <a:buNone/>
              <a:defRPr sz="3300" b="1">
                <a:solidFill>
                  <a:srgbClr val="0B2341"/>
                </a:solidFill>
                <a:latin typeface="Arial"/>
                <a:ea typeface="Arial"/>
                <a:cs typeface="Arial"/>
              </a:defRPr>
            </a:lvl6pPr>
            <a:lvl7pPr>
              <a:buNone/>
              <a:defRPr sz="3300" b="1">
                <a:solidFill>
                  <a:srgbClr val="0B2341"/>
                </a:solidFill>
                <a:latin typeface="Arial"/>
                <a:ea typeface="Arial"/>
                <a:cs typeface="Arial"/>
              </a:defRPr>
            </a:lvl7pPr>
            <a:lvl8pPr>
              <a:buNone/>
              <a:defRPr sz="3300" b="1">
                <a:solidFill>
                  <a:srgbClr val="0B2341"/>
                </a:solidFill>
                <a:latin typeface="Arial"/>
                <a:ea typeface="Arial"/>
                <a:cs typeface="Arial"/>
              </a:defRPr>
            </a:lvl8pPr>
            <a:lvl9pPr>
              <a:buNone/>
              <a:defRPr sz="3300" b="1">
                <a:solidFill>
                  <a:srgbClr val="0B2341"/>
                </a:solidFill>
                <a:latin typeface="Arial"/>
                <a:ea typeface="Arial"/>
                <a:cs typeface="Arial"/>
              </a:defRPr>
            </a:lvl9pPr>
          </a:lstStyle>
          <a:p xmlns:a="http://schemas.openxmlformats.org/drawingml/2006/main">
            <a:pPr>
              <a:buNone/>
              <a:defRPr sz="3300" b="1">
                <a:solidFill>
                  <a:srgbClr val="0B2341"/>
                </a:solidFill>
                <a:latin typeface="Arial"/>
                <a:ea typeface="Arial"/>
                <a:cs typeface="Arial"/>
              </a:defRPr>
            </a:pPr>
            <a:r>
              <a:rPr sz="3300" b="1">
                <a:solidFill>
                  <a:srgbClr val="0B2341"/>
                </a:solidFill>
                <a:latin typeface="Arial"/>
                <a:ea typeface="Arial"/>
                <a:cs typeface="Arial"/>
              </a:rPr>
              <a:t>For experienced professionals in Malaysia</a:t>
            </a:r>
          </a:p>
        </p:txBody>
      </p:sp>
      <p:sp>
        <p:nvSpPr>
          <p:cNvPr id="4" name="Video 0:00 - 0:30">
            <a:extLst xmlns:a="http://schemas.openxmlformats.org/drawingml/2006/main">
              <a:ext uri="{FF2B5EF4-FFF2-40B4-BE49-F238E27FC236}">
                <a16:creationId xmlns:a16="http://schemas.microsoft.com/office/drawing/2014/main" id="{F2D096B9-D11F-4561-BB20-4BEC5F327E7C}"/>
              </a:ext>
            </a:extLst>
          </p:cNvPr>
          <p:cNvSpPr>
            <a:spLocks xmlns:a="http://schemas.openxmlformats.org/drawingml/2006/main" noGrp="1"/>
          </p:cNvSpPr>
          <p:nvPr/>
        </p:nvSpPr>
        <p:spPr>
          <a:xfrm xmlns:a="http://schemas.openxmlformats.org/drawingml/2006/main">
            <a:off x="609600" y="647700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0758B"/>
                </a:solidFill>
                <a:latin typeface="Arial"/>
                <a:ea typeface="Arial"/>
                <a:cs typeface="Arial"/>
              </a:defRPr>
            </a:defPPr>
            <a:lvl1pPr>
              <a:buNone/>
              <a:defRPr sz="1275" b="0">
                <a:solidFill>
                  <a:srgbClr val="60758B"/>
                </a:solidFill>
                <a:latin typeface="Arial"/>
                <a:ea typeface="Arial"/>
                <a:cs typeface="Arial"/>
              </a:defRPr>
            </a:lvl1pPr>
            <a:lvl2pPr>
              <a:buNone/>
              <a:defRPr sz="1275" b="0">
                <a:solidFill>
                  <a:srgbClr val="60758B"/>
                </a:solidFill>
                <a:latin typeface="Arial"/>
                <a:ea typeface="Arial"/>
                <a:cs typeface="Arial"/>
              </a:defRPr>
            </a:lvl2pPr>
            <a:lvl3pPr>
              <a:buNone/>
              <a:defRPr sz="1275" b="0">
                <a:solidFill>
                  <a:srgbClr val="60758B"/>
                </a:solidFill>
                <a:latin typeface="Arial"/>
                <a:ea typeface="Arial"/>
                <a:cs typeface="Arial"/>
              </a:defRPr>
            </a:lvl3pPr>
            <a:lvl4pPr>
              <a:buNone/>
              <a:defRPr sz="1275" b="0">
                <a:solidFill>
                  <a:srgbClr val="60758B"/>
                </a:solidFill>
                <a:latin typeface="Arial"/>
                <a:ea typeface="Arial"/>
                <a:cs typeface="Arial"/>
              </a:defRPr>
            </a:lvl4pPr>
            <a:lvl5pPr>
              <a:buNone/>
              <a:defRPr sz="1275" b="0">
                <a:solidFill>
                  <a:srgbClr val="60758B"/>
                </a:solidFill>
                <a:latin typeface="Arial"/>
                <a:ea typeface="Arial"/>
                <a:cs typeface="Arial"/>
              </a:defRPr>
            </a:lvl5pPr>
            <a:lvl6pPr>
              <a:buNone/>
              <a:defRPr sz="1275" b="0">
                <a:solidFill>
                  <a:srgbClr val="60758B"/>
                </a:solidFill>
                <a:latin typeface="Arial"/>
                <a:ea typeface="Arial"/>
                <a:cs typeface="Arial"/>
              </a:defRPr>
            </a:lvl6pPr>
            <a:lvl7pPr>
              <a:buNone/>
              <a:defRPr sz="1275" b="0">
                <a:solidFill>
                  <a:srgbClr val="60758B"/>
                </a:solidFill>
                <a:latin typeface="Arial"/>
                <a:ea typeface="Arial"/>
                <a:cs typeface="Arial"/>
              </a:defRPr>
            </a:lvl7pPr>
            <a:lvl8pPr>
              <a:buNone/>
              <a:defRPr sz="1275" b="0">
                <a:solidFill>
                  <a:srgbClr val="60758B"/>
                </a:solidFill>
                <a:latin typeface="Arial"/>
                <a:ea typeface="Arial"/>
                <a:cs typeface="Arial"/>
              </a:defRPr>
            </a:lvl8pPr>
            <a:lvl9pPr>
              <a:buNone/>
              <a:defRPr sz="1275" b="0">
                <a:solidFill>
                  <a:srgbClr val="60758B"/>
                </a:solidFill>
                <a:latin typeface="Arial"/>
                <a:ea typeface="Arial"/>
                <a:cs typeface="Arial"/>
              </a:defRPr>
            </a:lvl9pPr>
          </a:lstStyle>
          <a:p xmlns:a="http://schemas.openxmlformats.org/drawingml/2006/main">
            <a:pPr>
              <a:buNone/>
              <a:defRPr sz="1275" b="0">
                <a:solidFill>
                  <a:srgbClr val="60758B"/>
                </a:solidFill>
                <a:latin typeface="Arial"/>
                <a:ea typeface="Arial"/>
                <a:cs typeface="Arial"/>
              </a:defRPr>
            </a:pPr>
            <a:r>
              <a:rPr sz="1275" b="0">
                <a:solidFill>
                  <a:srgbClr val="60758B"/>
                </a:solidFill>
                <a:latin typeface="Arial"/>
                <a:ea typeface="Arial"/>
                <a:cs typeface="Arial"/>
              </a:rPr>
              <a:t>Video 0:00 - 0:30</a:t>
            </a:r>
          </a:p>
        </p:txBody>
      </p:sp>
      <p:sp>
        <p:nvSpPr>
          <p:cNvPr id="5" name="What comes next?">
            <a:extLst xmlns:a="http://schemas.openxmlformats.org/drawingml/2006/main">
              <a:ext uri="{FF2B5EF4-FFF2-40B4-BE49-F238E27FC236}">
                <a16:creationId xmlns:a16="http://schemas.microsoft.com/office/drawing/2014/main" id="{E6220557-AFEC-41EA-A972-5BCFEE73B2DB}"/>
              </a:ext>
            </a:extLst>
          </p:cNvPr>
          <p:cNvSpPr>
            <a:spLocks xmlns:a="http://schemas.openxmlformats.org/drawingml/2006/main" noGrp="1"/>
          </p:cNvSpPr>
          <p:nvPr/>
        </p:nvSpPr>
        <p:spPr>
          <a:xfrm xmlns:a="http://schemas.openxmlformats.org/drawingml/2006/main">
            <a:off x="609600" y="2400300"/>
            <a:ext cx="6429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75" b="1">
                <a:solidFill>
                  <a:srgbClr val="245BF3"/>
                </a:solidFill>
                <a:latin typeface="Arial"/>
                <a:ea typeface="Arial"/>
                <a:cs typeface="Arial"/>
              </a:defRPr>
            </a:defPPr>
            <a:lvl1pPr>
              <a:buNone/>
              <a:defRPr sz="4575" b="1">
                <a:solidFill>
                  <a:srgbClr val="245BF3"/>
                </a:solidFill>
                <a:latin typeface="Arial"/>
                <a:ea typeface="Arial"/>
                <a:cs typeface="Arial"/>
              </a:defRPr>
            </a:lvl1pPr>
            <a:lvl2pPr>
              <a:buNone/>
              <a:defRPr sz="4575" b="1">
                <a:solidFill>
                  <a:srgbClr val="245BF3"/>
                </a:solidFill>
                <a:latin typeface="Arial"/>
                <a:ea typeface="Arial"/>
                <a:cs typeface="Arial"/>
              </a:defRPr>
            </a:lvl2pPr>
            <a:lvl3pPr>
              <a:buNone/>
              <a:defRPr sz="4575" b="1">
                <a:solidFill>
                  <a:srgbClr val="245BF3"/>
                </a:solidFill>
                <a:latin typeface="Arial"/>
                <a:ea typeface="Arial"/>
                <a:cs typeface="Arial"/>
              </a:defRPr>
            </a:lvl3pPr>
            <a:lvl4pPr>
              <a:buNone/>
              <a:defRPr sz="4575" b="1">
                <a:solidFill>
                  <a:srgbClr val="245BF3"/>
                </a:solidFill>
                <a:latin typeface="Arial"/>
                <a:ea typeface="Arial"/>
                <a:cs typeface="Arial"/>
              </a:defRPr>
            </a:lvl4pPr>
            <a:lvl5pPr>
              <a:buNone/>
              <a:defRPr sz="4575" b="1">
                <a:solidFill>
                  <a:srgbClr val="245BF3"/>
                </a:solidFill>
                <a:latin typeface="Arial"/>
                <a:ea typeface="Arial"/>
                <a:cs typeface="Arial"/>
              </a:defRPr>
            </a:lvl5pPr>
            <a:lvl6pPr>
              <a:buNone/>
              <a:defRPr sz="4575" b="1">
                <a:solidFill>
                  <a:srgbClr val="245BF3"/>
                </a:solidFill>
                <a:latin typeface="Arial"/>
                <a:ea typeface="Arial"/>
                <a:cs typeface="Arial"/>
              </a:defRPr>
            </a:lvl6pPr>
            <a:lvl7pPr>
              <a:buNone/>
              <a:defRPr sz="4575" b="1">
                <a:solidFill>
                  <a:srgbClr val="245BF3"/>
                </a:solidFill>
                <a:latin typeface="Arial"/>
                <a:ea typeface="Arial"/>
                <a:cs typeface="Arial"/>
              </a:defRPr>
            </a:lvl7pPr>
            <a:lvl8pPr>
              <a:buNone/>
              <a:defRPr sz="4575" b="1">
                <a:solidFill>
                  <a:srgbClr val="245BF3"/>
                </a:solidFill>
                <a:latin typeface="Arial"/>
                <a:ea typeface="Arial"/>
                <a:cs typeface="Arial"/>
              </a:defRPr>
            </a:lvl8pPr>
            <a:lvl9pPr>
              <a:buNone/>
              <a:defRPr sz="4575" b="1">
                <a:solidFill>
                  <a:srgbClr val="245BF3"/>
                </a:solidFill>
                <a:latin typeface="Arial"/>
                <a:ea typeface="Arial"/>
                <a:cs typeface="Arial"/>
              </a:defRPr>
            </a:lvl9pPr>
          </a:lstStyle>
          <a:p xmlns:a="http://schemas.openxmlformats.org/drawingml/2006/main">
            <a:pPr>
              <a:buNone/>
              <a:defRPr sz="4575" b="1">
                <a:solidFill>
                  <a:srgbClr val="245BF3"/>
                </a:solidFill>
                <a:latin typeface="Arial"/>
                <a:ea typeface="Arial"/>
                <a:cs typeface="Arial"/>
              </a:defRPr>
            </a:pPr>
            <a:r>
              <a:rPr sz="4575" b="1">
                <a:solidFill>
                  <a:srgbClr val="245BF3"/>
                </a:solidFill>
                <a:latin typeface="Arial"/>
                <a:ea typeface="Arial"/>
                <a:cs typeface="Arial"/>
              </a:rPr>
              <a:t>What comes next?</a:t>
            </a:r>
          </a:p>
        </p:txBody>
      </p:sp>
      <p:sp>
        <p:nvSpPr>
          <p:cNvPr id="6" name="Changing careers Growing in your current role Returning to work">
            <a:extLst xmlns:a="http://schemas.openxmlformats.org/drawingml/2006/main">
              <a:ext uri="{FF2B5EF4-FFF2-40B4-BE49-F238E27FC236}">
                <a16:creationId xmlns:a16="http://schemas.microsoft.com/office/drawing/2014/main" id="{5108E119-8CB6-4387-A2C0-FF8AAF992A57}"/>
              </a:ext>
            </a:extLst>
          </p:cNvPr>
          <p:cNvSpPr>
            <a:spLocks xmlns:a="http://schemas.openxmlformats.org/drawingml/2006/main" noGrp="1"/>
          </p:cNvSpPr>
          <p:nvPr/>
        </p:nvSpPr>
        <p:spPr>
          <a:xfrm xmlns:a="http://schemas.openxmlformats.org/drawingml/2006/main">
            <a:off x="609600" y="3552825"/>
            <a:ext cx="633412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0B2341"/>
                </a:solidFill>
                <a:latin typeface="Arial"/>
                <a:ea typeface="Arial"/>
                <a:cs typeface="Arial"/>
              </a:defRPr>
            </a:defPPr>
            <a:lvl1pPr>
              <a:buNone/>
              <a:defRPr sz="2475" b="1">
                <a:solidFill>
                  <a:srgbClr val="0B2341"/>
                </a:solidFill>
                <a:latin typeface="Arial"/>
                <a:ea typeface="Arial"/>
                <a:cs typeface="Arial"/>
              </a:defRPr>
            </a:lvl1pPr>
            <a:lvl2pPr>
              <a:buNone/>
              <a:defRPr sz="2475" b="1">
                <a:solidFill>
                  <a:srgbClr val="0B2341"/>
                </a:solidFill>
                <a:latin typeface="Arial"/>
                <a:ea typeface="Arial"/>
                <a:cs typeface="Arial"/>
              </a:defRPr>
            </a:lvl2pPr>
            <a:lvl3pPr>
              <a:buNone/>
              <a:defRPr sz="2475" b="1">
                <a:solidFill>
                  <a:srgbClr val="0B2341"/>
                </a:solidFill>
                <a:latin typeface="Arial"/>
                <a:ea typeface="Arial"/>
                <a:cs typeface="Arial"/>
              </a:defRPr>
            </a:lvl3pPr>
            <a:lvl4pPr>
              <a:buNone/>
              <a:defRPr sz="2475" b="1">
                <a:solidFill>
                  <a:srgbClr val="0B2341"/>
                </a:solidFill>
                <a:latin typeface="Arial"/>
                <a:ea typeface="Arial"/>
                <a:cs typeface="Arial"/>
              </a:defRPr>
            </a:lvl4pPr>
            <a:lvl5pPr>
              <a:buNone/>
              <a:defRPr sz="2475" b="1">
                <a:solidFill>
                  <a:srgbClr val="0B2341"/>
                </a:solidFill>
                <a:latin typeface="Arial"/>
                <a:ea typeface="Arial"/>
                <a:cs typeface="Arial"/>
              </a:defRPr>
            </a:lvl5pPr>
            <a:lvl6pPr>
              <a:buNone/>
              <a:defRPr sz="2475" b="1">
                <a:solidFill>
                  <a:srgbClr val="0B2341"/>
                </a:solidFill>
                <a:latin typeface="Arial"/>
                <a:ea typeface="Arial"/>
                <a:cs typeface="Arial"/>
              </a:defRPr>
            </a:lvl6pPr>
            <a:lvl7pPr>
              <a:buNone/>
              <a:defRPr sz="2475" b="1">
                <a:solidFill>
                  <a:srgbClr val="0B2341"/>
                </a:solidFill>
                <a:latin typeface="Arial"/>
                <a:ea typeface="Arial"/>
                <a:cs typeface="Arial"/>
              </a:defRPr>
            </a:lvl7pPr>
            <a:lvl8pPr>
              <a:buNone/>
              <a:defRPr sz="2475" b="1">
                <a:solidFill>
                  <a:srgbClr val="0B2341"/>
                </a:solidFill>
                <a:latin typeface="Arial"/>
                <a:ea typeface="Arial"/>
                <a:cs typeface="Arial"/>
              </a:defRPr>
            </a:lvl8pPr>
            <a:lvl9pPr>
              <a:buNone/>
              <a:defRPr sz="2475" b="1">
                <a:solidFill>
                  <a:srgbClr val="0B2341"/>
                </a:solidFill>
                <a:latin typeface="Arial"/>
                <a:ea typeface="Arial"/>
                <a:cs typeface="Arial"/>
              </a:defRPr>
            </a:lvl9pPr>
          </a:lstStyle>
          <a:p xmlns:a="http://schemas.openxmlformats.org/drawingml/2006/main">
            <a:pPr>
              <a:buNone/>
              <a:defRPr sz="2475" b="1">
                <a:solidFill>
                  <a:srgbClr val="0B2341"/>
                </a:solidFill>
                <a:latin typeface="Arial"/>
                <a:ea typeface="Arial"/>
                <a:cs typeface="Arial"/>
              </a:defRPr>
            </a:pPr>
            <a:r>
              <a:rPr sz="2475" b="1">
                <a:solidFill>
                  <a:srgbClr val="0B2341"/>
                </a:solidFill>
                <a:latin typeface="Arial"/>
                <a:ea typeface="Arial"/>
                <a:cs typeface="Arial"/>
              </a:rPr>
              <a:t>Changing careers</a:t>
            </a:r>
          </a:p>
          <a:p xmlns:a="http://schemas.openxmlformats.org/drawingml/2006/main">
            <a:pPr>
              <a:buNone/>
              <a:defRPr sz="2475" b="1">
                <a:solidFill>
                  <a:srgbClr val="0B2341"/>
                </a:solidFill>
                <a:latin typeface="Arial"/>
                <a:ea typeface="Arial"/>
                <a:cs typeface="Arial"/>
              </a:defRPr>
            </a:pPr>
            <a:r>
              <a:rPr sz="2475" b="1">
                <a:solidFill>
                  <a:srgbClr val="0B2341"/>
                </a:solidFill>
                <a:latin typeface="Arial"/>
                <a:ea typeface="Arial"/>
                <a:cs typeface="Arial"/>
              </a:rPr>
              <a:t>Growing in your current role</a:t>
            </a:r>
          </a:p>
          <a:p xmlns:a="http://schemas.openxmlformats.org/drawingml/2006/main">
            <a:pPr>
              <a:buNone/>
              <a:defRPr sz="2475" b="1">
                <a:solidFill>
                  <a:srgbClr val="0B2341"/>
                </a:solidFill>
                <a:latin typeface="Arial"/>
                <a:ea typeface="Arial"/>
                <a:cs typeface="Arial"/>
              </a:defRPr>
            </a:pPr>
            <a:r>
              <a:rPr sz="2475" b="1">
                <a:solidFill>
                  <a:srgbClr val="0B2341"/>
                </a:solidFill>
                <a:latin typeface="Arial"/>
                <a:ea typeface="Arial"/>
                <a:cs typeface="Arial"/>
              </a:rPr>
              <a:t>Returning to work</a:t>
            </a:r>
          </a:p>
        </p:txBody>
      </p:sp>
      <p:sp>
        <p:nvSpPr>
          <p:cNvPr id="7" name="10 years">
            <a:extLst xmlns:a="http://schemas.openxmlformats.org/drawingml/2006/main">
              <a:ext uri="{FF2B5EF4-FFF2-40B4-BE49-F238E27FC236}">
                <a16:creationId xmlns:a16="http://schemas.microsoft.com/office/drawing/2014/main" id="{D76AEE8E-1CF7-4CFB-A99E-CB57DDDC1F3A}"/>
              </a:ext>
            </a:extLst>
          </p:cNvPr>
          <p:cNvSpPr>
            <a:spLocks xmlns:a="http://schemas.openxmlformats.org/drawingml/2006/main" noGrp="1"/>
          </p:cNvSpPr>
          <p:nvPr/>
        </p:nvSpPr>
        <p:spPr>
          <a:xfrm xmlns:a="http://schemas.openxmlformats.org/drawingml/2006/main">
            <a:off x="7372350" y="2390775"/>
            <a:ext cx="42100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775" b="1">
                <a:solidFill>
                  <a:srgbClr val="245BF3"/>
                </a:solidFill>
                <a:latin typeface="Arial"/>
                <a:ea typeface="Arial"/>
                <a:cs typeface="Arial"/>
              </a:defRPr>
            </a:defPPr>
            <a:lvl1pPr>
              <a:buNone/>
              <a:defRPr sz="5775" b="1">
                <a:solidFill>
                  <a:srgbClr val="245BF3"/>
                </a:solidFill>
                <a:latin typeface="Arial"/>
                <a:ea typeface="Arial"/>
                <a:cs typeface="Arial"/>
              </a:defRPr>
            </a:lvl1pPr>
            <a:lvl2pPr>
              <a:buNone/>
              <a:defRPr sz="5775" b="1">
                <a:solidFill>
                  <a:srgbClr val="245BF3"/>
                </a:solidFill>
                <a:latin typeface="Arial"/>
                <a:ea typeface="Arial"/>
                <a:cs typeface="Arial"/>
              </a:defRPr>
            </a:lvl2pPr>
            <a:lvl3pPr>
              <a:buNone/>
              <a:defRPr sz="5775" b="1">
                <a:solidFill>
                  <a:srgbClr val="245BF3"/>
                </a:solidFill>
                <a:latin typeface="Arial"/>
                <a:ea typeface="Arial"/>
                <a:cs typeface="Arial"/>
              </a:defRPr>
            </a:lvl3pPr>
            <a:lvl4pPr>
              <a:buNone/>
              <a:defRPr sz="5775" b="1">
                <a:solidFill>
                  <a:srgbClr val="245BF3"/>
                </a:solidFill>
                <a:latin typeface="Arial"/>
                <a:ea typeface="Arial"/>
                <a:cs typeface="Arial"/>
              </a:defRPr>
            </a:lvl4pPr>
            <a:lvl5pPr>
              <a:buNone/>
              <a:defRPr sz="5775" b="1">
                <a:solidFill>
                  <a:srgbClr val="245BF3"/>
                </a:solidFill>
                <a:latin typeface="Arial"/>
                <a:ea typeface="Arial"/>
                <a:cs typeface="Arial"/>
              </a:defRPr>
            </a:lvl5pPr>
            <a:lvl6pPr>
              <a:buNone/>
              <a:defRPr sz="5775" b="1">
                <a:solidFill>
                  <a:srgbClr val="245BF3"/>
                </a:solidFill>
                <a:latin typeface="Arial"/>
                <a:ea typeface="Arial"/>
                <a:cs typeface="Arial"/>
              </a:defRPr>
            </a:lvl6pPr>
            <a:lvl7pPr>
              <a:buNone/>
              <a:defRPr sz="5775" b="1">
                <a:solidFill>
                  <a:srgbClr val="245BF3"/>
                </a:solidFill>
                <a:latin typeface="Arial"/>
                <a:ea typeface="Arial"/>
                <a:cs typeface="Arial"/>
              </a:defRPr>
            </a:lvl7pPr>
            <a:lvl8pPr>
              <a:buNone/>
              <a:defRPr sz="5775" b="1">
                <a:solidFill>
                  <a:srgbClr val="245BF3"/>
                </a:solidFill>
                <a:latin typeface="Arial"/>
                <a:ea typeface="Arial"/>
                <a:cs typeface="Arial"/>
              </a:defRPr>
            </a:lvl8pPr>
            <a:lvl9pPr>
              <a:buNone/>
              <a:defRPr sz="5775" b="1">
                <a:solidFill>
                  <a:srgbClr val="245BF3"/>
                </a:solidFill>
                <a:latin typeface="Arial"/>
                <a:ea typeface="Arial"/>
                <a:cs typeface="Arial"/>
              </a:defRPr>
            </a:lvl9pPr>
          </a:lstStyle>
          <a:p xmlns:a="http://schemas.openxmlformats.org/drawingml/2006/main">
            <a:pPr>
              <a:buNone/>
              <a:defRPr sz="5775" b="1">
                <a:solidFill>
                  <a:srgbClr val="245BF3"/>
                </a:solidFill>
                <a:latin typeface="Arial"/>
                <a:ea typeface="Arial"/>
                <a:cs typeface="Arial"/>
              </a:defRPr>
            </a:pPr>
            <a:r>
              <a:rPr sz="5775" b="1">
                <a:solidFill>
                  <a:srgbClr val="245BF3"/>
                </a:solidFill>
                <a:latin typeface="Arial"/>
                <a:ea typeface="Arial"/>
                <a:cs typeface="Arial"/>
              </a:rPr>
              <a:t>10 years</a:t>
            </a:r>
          </a:p>
        </p:txBody>
      </p:sp>
      <p:sp>
        <p:nvSpPr>
          <p:cNvPr id="8" name="of experience to build on">
            <a:extLst xmlns:a="http://schemas.openxmlformats.org/drawingml/2006/main">
              <a:ext uri="{FF2B5EF4-FFF2-40B4-BE49-F238E27FC236}">
                <a16:creationId xmlns:a16="http://schemas.microsoft.com/office/drawing/2014/main" id="{139124DB-7817-4841-9656-AAC73611BCD6}"/>
              </a:ext>
            </a:extLst>
          </p:cNvPr>
          <p:cNvSpPr>
            <a:spLocks xmlns:a="http://schemas.openxmlformats.org/drawingml/2006/main" noGrp="1"/>
          </p:cNvSpPr>
          <p:nvPr/>
        </p:nvSpPr>
        <p:spPr>
          <a:xfrm xmlns:a="http://schemas.openxmlformats.org/drawingml/2006/main">
            <a:off x="7372350" y="3476625"/>
            <a:ext cx="4210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60758B"/>
                </a:solidFill>
                <a:latin typeface="Arial"/>
                <a:ea typeface="Arial"/>
                <a:cs typeface="Arial"/>
              </a:defRPr>
            </a:defPPr>
            <a:lvl1pPr>
              <a:buNone/>
              <a:defRPr sz="2100" b="0">
                <a:solidFill>
                  <a:srgbClr val="60758B"/>
                </a:solidFill>
                <a:latin typeface="Arial"/>
                <a:ea typeface="Arial"/>
                <a:cs typeface="Arial"/>
              </a:defRPr>
            </a:lvl1pPr>
            <a:lvl2pPr>
              <a:buNone/>
              <a:defRPr sz="2100" b="0">
                <a:solidFill>
                  <a:srgbClr val="60758B"/>
                </a:solidFill>
                <a:latin typeface="Arial"/>
                <a:ea typeface="Arial"/>
                <a:cs typeface="Arial"/>
              </a:defRPr>
            </a:lvl2pPr>
            <a:lvl3pPr>
              <a:buNone/>
              <a:defRPr sz="2100" b="0">
                <a:solidFill>
                  <a:srgbClr val="60758B"/>
                </a:solidFill>
                <a:latin typeface="Arial"/>
                <a:ea typeface="Arial"/>
                <a:cs typeface="Arial"/>
              </a:defRPr>
            </a:lvl3pPr>
            <a:lvl4pPr>
              <a:buNone/>
              <a:defRPr sz="2100" b="0">
                <a:solidFill>
                  <a:srgbClr val="60758B"/>
                </a:solidFill>
                <a:latin typeface="Arial"/>
                <a:ea typeface="Arial"/>
                <a:cs typeface="Arial"/>
              </a:defRPr>
            </a:lvl4pPr>
            <a:lvl5pPr>
              <a:buNone/>
              <a:defRPr sz="2100" b="0">
                <a:solidFill>
                  <a:srgbClr val="60758B"/>
                </a:solidFill>
                <a:latin typeface="Arial"/>
                <a:ea typeface="Arial"/>
                <a:cs typeface="Arial"/>
              </a:defRPr>
            </a:lvl5pPr>
            <a:lvl6pPr>
              <a:buNone/>
              <a:defRPr sz="2100" b="0">
                <a:solidFill>
                  <a:srgbClr val="60758B"/>
                </a:solidFill>
                <a:latin typeface="Arial"/>
                <a:ea typeface="Arial"/>
                <a:cs typeface="Arial"/>
              </a:defRPr>
            </a:lvl6pPr>
            <a:lvl7pPr>
              <a:buNone/>
              <a:defRPr sz="2100" b="0">
                <a:solidFill>
                  <a:srgbClr val="60758B"/>
                </a:solidFill>
                <a:latin typeface="Arial"/>
                <a:ea typeface="Arial"/>
                <a:cs typeface="Arial"/>
              </a:defRPr>
            </a:lvl7pPr>
            <a:lvl8pPr>
              <a:buNone/>
              <a:defRPr sz="2100" b="0">
                <a:solidFill>
                  <a:srgbClr val="60758B"/>
                </a:solidFill>
                <a:latin typeface="Arial"/>
                <a:ea typeface="Arial"/>
                <a:cs typeface="Arial"/>
              </a:defRPr>
            </a:lvl8pPr>
            <a:lvl9pPr>
              <a:buNone/>
              <a:defRPr sz="2100" b="0">
                <a:solidFill>
                  <a:srgbClr val="60758B"/>
                </a:solidFill>
                <a:latin typeface="Arial"/>
                <a:ea typeface="Arial"/>
                <a:cs typeface="Arial"/>
              </a:defRPr>
            </a:lvl9pPr>
          </a:lstStyle>
          <a:p xmlns:a="http://schemas.openxmlformats.org/drawingml/2006/main">
            <a:pPr>
              <a:buNone/>
              <a:defRPr sz="2100" b="0">
                <a:solidFill>
                  <a:srgbClr val="60758B"/>
                </a:solidFill>
                <a:latin typeface="Arial"/>
                <a:ea typeface="Arial"/>
                <a:cs typeface="Arial"/>
              </a:defRPr>
            </a:pPr>
            <a:r>
              <a:rPr sz="2100" b="0">
                <a:solidFill>
                  <a:srgbClr val="60758B"/>
                </a:solidFill>
                <a:latin typeface="Arial"/>
                <a:ea typeface="Arial"/>
                <a:cs typeface="Arial"/>
              </a:rPr>
              <a:t>of experience to build on</a:t>
            </a:r>
          </a:p>
        </p:txBody>
      </p:sp>
      <p:sp>
        <p:nvSpPr>
          <p:cNvPr id="9" name="A direction, a skill gap, and a next action">
            <a:extLst xmlns:a="http://schemas.openxmlformats.org/drawingml/2006/main">
              <a:ext uri="{FF2B5EF4-FFF2-40B4-BE49-F238E27FC236}">
                <a16:creationId xmlns:a16="http://schemas.microsoft.com/office/drawing/2014/main" id="{060D97A6-C12C-4CEA-8ED6-BA625DFF3EB8}"/>
              </a:ext>
            </a:extLst>
          </p:cNvPr>
          <p:cNvSpPr>
            <a:spLocks xmlns:a="http://schemas.openxmlformats.org/drawingml/2006/main" noGrp="1"/>
          </p:cNvSpPr>
          <p:nvPr/>
        </p:nvSpPr>
        <p:spPr>
          <a:xfrm xmlns:a="http://schemas.openxmlformats.org/drawingml/2006/main">
            <a:off x="7372350" y="4362450"/>
            <a:ext cx="42100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0B2341"/>
                </a:solidFill>
                <a:latin typeface="Arial"/>
                <a:ea typeface="Arial"/>
                <a:cs typeface="Arial"/>
              </a:defRPr>
            </a:defPPr>
            <a:lvl1pPr>
              <a:buNone/>
              <a:defRPr sz="2625" b="1">
                <a:solidFill>
                  <a:srgbClr val="0B2341"/>
                </a:solidFill>
                <a:latin typeface="Arial"/>
                <a:ea typeface="Arial"/>
                <a:cs typeface="Arial"/>
              </a:defRPr>
            </a:lvl1pPr>
            <a:lvl2pPr>
              <a:buNone/>
              <a:defRPr sz="2625" b="1">
                <a:solidFill>
                  <a:srgbClr val="0B2341"/>
                </a:solidFill>
                <a:latin typeface="Arial"/>
                <a:ea typeface="Arial"/>
                <a:cs typeface="Arial"/>
              </a:defRPr>
            </a:lvl2pPr>
            <a:lvl3pPr>
              <a:buNone/>
              <a:defRPr sz="2625" b="1">
                <a:solidFill>
                  <a:srgbClr val="0B2341"/>
                </a:solidFill>
                <a:latin typeface="Arial"/>
                <a:ea typeface="Arial"/>
                <a:cs typeface="Arial"/>
              </a:defRPr>
            </a:lvl3pPr>
            <a:lvl4pPr>
              <a:buNone/>
              <a:defRPr sz="2625" b="1">
                <a:solidFill>
                  <a:srgbClr val="0B2341"/>
                </a:solidFill>
                <a:latin typeface="Arial"/>
                <a:ea typeface="Arial"/>
                <a:cs typeface="Arial"/>
              </a:defRPr>
            </a:lvl4pPr>
            <a:lvl5pPr>
              <a:buNone/>
              <a:defRPr sz="2625" b="1">
                <a:solidFill>
                  <a:srgbClr val="0B2341"/>
                </a:solidFill>
                <a:latin typeface="Arial"/>
                <a:ea typeface="Arial"/>
                <a:cs typeface="Arial"/>
              </a:defRPr>
            </a:lvl5pPr>
            <a:lvl6pPr>
              <a:buNone/>
              <a:defRPr sz="2625" b="1">
                <a:solidFill>
                  <a:srgbClr val="0B2341"/>
                </a:solidFill>
                <a:latin typeface="Arial"/>
                <a:ea typeface="Arial"/>
                <a:cs typeface="Arial"/>
              </a:defRPr>
            </a:lvl6pPr>
            <a:lvl7pPr>
              <a:buNone/>
              <a:defRPr sz="2625" b="1">
                <a:solidFill>
                  <a:srgbClr val="0B2341"/>
                </a:solidFill>
                <a:latin typeface="Arial"/>
                <a:ea typeface="Arial"/>
                <a:cs typeface="Arial"/>
              </a:defRPr>
            </a:lvl7pPr>
            <a:lvl8pPr>
              <a:buNone/>
              <a:defRPr sz="2625" b="1">
                <a:solidFill>
                  <a:srgbClr val="0B2341"/>
                </a:solidFill>
                <a:latin typeface="Arial"/>
                <a:ea typeface="Arial"/>
                <a:cs typeface="Arial"/>
              </a:defRPr>
            </a:lvl8pPr>
            <a:lvl9pPr>
              <a:buNone/>
              <a:defRPr sz="2625" b="1">
                <a:solidFill>
                  <a:srgbClr val="0B2341"/>
                </a:solidFill>
                <a:latin typeface="Arial"/>
                <a:ea typeface="Arial"/>
                <a:cs typeface="Arial"/>
              </a:defRPr>
            </a:lvl9pPr>
          </a:lstStyle>
          <a:p xmlns:a="http://schemas.openxmlformats.org/drawingml/2006/main">
            <a:pPr>
              <a:buNone/>
              <a:defRPr sz="2625" b="1">
                <a:solidFill>
                  <a:srgbClr val="0B2341"/>
                </a:solidFill>
                <a:latin typeface="Arial"/>
                <a:ea typeface="Arial"/>
                <a:cs typeface="Arial"/>
              </a:defRPr>
            </a:pPr>
            <a:r>
              <a:rPr sz="2625" b="1">
                <a:solidFill>
                  <a:srgbClr val="0B2341"/>
                </a:solidFill>
                <a:latin typeface="Arial"/>
                <a:ea typeface="Arial"/>
                <a:cs typeface="Arial"/>
              </a:rPr>
              <a:t>A direction, a skill gap,</a:t>
            </a:r>
          </a:p>
          <a:p xmlns:a="http://schemas.openxmlformats.org/drawingml/2006/main">
            <a:pPr>
              <a:buNone/>
              <a:defRPr sz="2625" b="1">
                <a:solidFill>
                  <a:srgbClr val="0B2341"/>
                </a:solidFill>
                <a:latin typeface="Arial"/>
                <a:ea typeface="Arial"/>
                <a:cs typeface="Arial"/>
              </a:defRPr>
            </a:pPr>
            <a:r>
              <a:rPr sz="2625" b="1">
                <a:solidFill>
                  <a:srgbClr val="0B2341"/>
                </a:solidFill>
                <a:latin typeface="Arial"/>
                <a:ea typeface="Arial"/>
                <a:cs typeface="Arial"/>
              </a:rPr>
              <a:t>and a next action</a:t>
            </a:r>
          </a:p>
        </p:txBody>
      </p:sp>
      <p:sp>
        <p:nvSpPr>
          <p:cNvPr id="10" name="RePath AI  /  Team Gravity  /  Wu Tong and Liang Yiyan">
            <a:extLst xmlns:a="http://schemas.openxmlformats.org/drawingml/2006/main">
              <a:ext uri="{FF2B5EF4-FFF2-40B4-BE49-F238E27FC236}">
                <a16:creationId xmlns:a16="http://schemas.microsoft.com/office/drawing/2014/main" id="{D765EBC0-92A2-4B2C-872D-32848E89E318}"/>
              </a:ext>
            </a:extLst>
          </p:cNvPr>
          <p:cNvSpPr>
            <a:spLocks xmlns:a="http://schemas.openxmlformats.org/drawingml/2006/main" noGrp="1"/>
          </p:cNvSpPr>
          <p:nvPr/>
        </p:nvSpPr>
        <p:spPr>
          <a:xfrm xmlns:a="http://schemas.openxmlformats.org/drawingml/2006/main">
            <a:off x="609600" y="59055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60758B"/>
                </a:solidFill>
                <a:latin typeface="Arial"/>
                <a:ea typeface="Arial"/>
                <a:cs typeface="Arial"/>
              </a:defRPr>
            </a:defPPr>
            <a:lvl1pPr>
              <a:buNone/>
              <a:defRPr sz="1650" b="0">
                <a:solidFill>
                  <a:srgbClr val="60758B"/>
                </a:solidFill>
                <a:latin typeface="Arial"/>
                <a:ea typeface="Arial"/>
                <a:cs typeface="Arial"/>
              </a:defRPr>
            </a:lvl1pPr>
            <a:lvl2pPr>
              <a:buNone/>
              <a:defRPr sz="1650" b="0">
                <a:solidFill>
                  <a:srgbClr val="60758B"/>
                </a:solidFill>
                <a:latin typeface="Arial"/>
                <a:ea typeface="Arial"/>
                <a:cs typeface="Arial"/>
              </a:defRPr>
            </a:lvl2pPr>
            <a:lvl3pPr>
              <a:buNone/>
              <a:defRPr sz="1650" b="0">
                <a:solidFill>
                  <a:srgbClr val="60758B"/>
                </a:solidFill>
                <a:latin typeface="Arial"/>
                <a:ea typeface="Arial"/>
                <a:cs typeface="Arial"/>
              </a:defRPr>
            </a:lvl3pPr>
            <a:lvl4pPr>
              <a:buNone/>
              <a:defRPr sz="1650" b="0">
                <a:solidFill>
                  <a:srgbClr val="60758B"/>
                </a:solidFill>
                <a:latin typeface="Arial"/>
                <a:ea typeface="Arial"/>
                <a:cs typeface="Arial"/>
              </a:defRPr>
            </a:lvl4pPr>
            <a:lvl5pPr>
              <a:buNone/>
              <a:defRPr sz="1650" b="0">
                <a:solidFill>
                  <a:srgbClr val="60758B"/>
                </a:solidFill>
                <a:latin typeface="Arial"/>
                <a:ea typeface="Arial"/>
                <a:cs typeface="Arial"/>
              </a:defRPr>
            </a:lvl5pPr>
            <a:lvl6pPr>
              <a:buNone/>
              <a:defRPr sz="1650" b="0">
                <a:solidFill>
                  <a:srgbClr val="60758B"/>
                </a:solidFill>
                <a:latin typeface="Arial"/>
                <a:ea typeface="Arial"/>
                <a:cs typeface="Arial"/>
              </a:defRPr>
            </a:lvl6pPr>
            <a:lvl7pPr>
              <a:buNone/>
              <a:defRPr sz="1650" b="0">
                <a:solidFill>
                  <a:srgbClr val="60758B"/>
                </a:solidFill>
                <a:latin typeface="Arial"/>
                <a:ea typeface="Arial"/>
                <a:cs typeface="Arial"/>
              </a:defRPr>
            </a:lvl7pPr>
            <a:lvl8pPr>
              <a:buNone/>
              <a:defRPr sz="1650" b="0">
                <a:solidFill>
                  <a:srgbClr val="60758B"/>
                </a:solidFill>
                <a:latin typeface="Arial"/>
                <a:ea typeface="Arial"/>
                <a:cs typeface="Arial"/>
              </a:defRPr>
            </a:lvl8pPr>
            <a:lvl9pPr>
              <a:buNone/>
              <a:defRPr sz="1650" b="0">
                <a:solidFill>
                  <a:srgbClr val="60758B"/>
                </a:solidFill>
                <a:latin typeface="Arial"/>
                <a:ea typeface="Arial"/>
                <a:cs typeface="Arial"/>
              </a:defRPr>
            </a:lvl9pPr>
          </a:lstStyle>
          <a:p xmlns:a="http://schemas.openxmlformats.org/drawingml/2006/main">
            <a:pPr>
              <a:buNone/>
              <a:defRPr sz="1650" b="0">
                <a:solidFill>
                  <a:srgbClr val="60758B"/>
                </a:solidFill>
                <a:latin typeface="Arial"/>
                <a:ea typeface="Arial"/>
                <a:cs typeface="Arial"/>
              </a:defRPr>
            </a:pPr>
            <a:r>
              <a:rPr sz="1650" b="0">
                <a:solidFill>
                  <a:srgbClr val="60758B"/>
                </a:solidFill>
                <a:latin typeface="Arial"/>
                <a:ea typeface="Arial"/>
                <a:cs typeface="Arial"/>
              </a:rPr>
              <a:t>RePath AI  /  Team Gravity  /  Wu Tong and Liang Yiyan</a:t>
            </a:r>
          </a:p>
        </p:txBody>
      </p:sp>
    </p:spTree>
    <p:extLst>
      <p:ext uri="{BB962C8B-B14F-4D97-AF65-F5344CB8AC3E}">
        <p14:creationId xmlns:p14="http://schemas.microsoft.com/office/powerpoint/2010/main" val="810439108"/>
      </p:ext>
    </p:extLst>
  </p:cSld>
</p:sld>
</file>

<file path=ppt/slides/slide2.xml><?xml version="1.0" encoding="utf-8"?>
<p:sld xmlns:p="http://schemas.openxmlformats.org/presentationml/2006/main">
  <p:cSld>
    <p:bg>
      <p:bgPr>
        <a:solidFill xmlns:a="http://schemas.openxmlformats.org/drawingml/2006/main">
          <a:srgbClr val="F3F7FC"/>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BB6F1AB-7FAB-4128-95F9-E8485CB32A25}"/>
              </a:ext>
            </a:extLst>
          </p:cNvPr>
          <p:cNvPicPr>
            <a:picLocks xmlns:a="http://schemas.openxmlformats.org/drawingml/2006/main" noChangeAspect="1"/>
          </p:cNvPicPr>
          <p:nvPr/>
        </p:nvPicPr>
        <p:blipFill>
          <a:blip xmlns:r="http://schemas.openxmlformats.org/officeDocument/2006/relationships" xmlns:a="http://schemas.openxmlformats.org/drawingml/2006/main" r:embed="R8022559fd7a14c5c"/>
          <a:stretch xmlns:a="http://schemas.openxmlformats.org/drawingml/2006/main"/>
        </p:blipFill>
        <p:spPr>
          <a:xfrm xmlns:a="http://schemas.openxmlformats.org/drawingml/2006/main">
            <a:off x="621889" y="342900"/>
            <a:ext cx="1689923" cy="428625"/>
          </a:xfrm>
          <a:prstGeom xmlns:a="http://schemas.openxmlformats.org/drawingml/2006/main" prst="rect">
            <a:avLst/>
          </a:prstGeom>
        </p:spPr>
      </p:pic>
      <p:sp>
        <p:nvSpPr>
          <p:cNvPr id="2" name="02 / 08">
            <a:extLst xmlns:a="http://schemas.openxmlformats.org/drawingml/2006/main">
              <a:ext uri="{FF2B5EF4-FFF2-40B4-BE49-F238E27FC236}">
                <a16:creationId xmlns:a16="http://schemas.microsoft.com/office/drawing/2014/main" id="{DBC2F4BA-4EDC-40D5-A38F-A429465F6BB1}"/>
              </a:ext>
            </a:extLst>
          </p:cNvPr>
          <p:cNvSpPr>
            <a:spLocks xmlns:a="http://schemas.openxmlformats.org/drawingml/2006/main" noGrp="1"/>
          </p:cNvSpPr>
          <p:nvPr/>
        </p:nvSpPr>
        <p:spPr>
          <a:xfrm xmlns:a="http://schemas.openxmlformats.org/drawingml/2006/main">
            <a:off x="10610850" y="457200"/>
            <a:ext cx="971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0758B"/>
                </a:solidFill>
                <a:latin typeface="Arial"/>
                <a:ea typeface="Arial"/>
                <a:cs typeface="Arial"/>
              </a:defRPr>
            </a:defPPr>
            <a:lvl1pPr>
              <a:buNone/>
              <a:defRPr sz="1350" b="0">
                <a:solidFill>
                  <a:srgbClr val="60758B"/>
                </a:solidFill>
                <a:latin typeface="Arial"/>
                <a:ea typeface="Arial"/>
                <a:cs typeface="Arial"/>
              </a:defRPr>
            </a:lvl1pPr>
            <a:lvl2pPr>
              <a:buNone/>
              <a:defRPr sz="1350" b="0">
                <a:solidFill>
                  <a:srgbClr val="60758B"/>
                </a:solidFill>
                <a:latin typeface="Arial"/>
                <a:ea typeface="Arial"/>
                <a:cs typeface="Arial"/>
              </a:defRPr>
            </a:lvl2pPr>
            <a:lvl3pPr>
              <a:buNone/>
              <a:defRPr sz="1350" b="0">
                <a:solidFill>
                  <a:srgbClr val="60758B"/>
                </a:solidFill>
                <a:latin typeface="Arial"/>
                <a:ea typeface="Arial"/>
                <a:cs typeface="Arial"/>
              </a:defRPr>
            </a:lvl3pPr>
            <a:lvl4pPr>
              <a:buNone/>
              <a:defRPr sz="1350" b="0">
                <a:solidFill>
                  <a:srgbClr val="60758B"/>
                </a:solidFill>
                <a:latin typeface="Arial"/>
                <a:ea typeface="Arial"/>
                <a:cs typeface="Arial"/>
              </a:defRPr>
            </a:lvl4pPr>
            <a:lvl5pPr>
              <a:buNone/>
              <a:defRPr sz="1350" b="0">
                <a:solidFill>
                  <a:srgbClr val="60758B"/>
                </a:solidFill>
                <a:latin typeface="Arial"/>
                <a:ea typeface="Arial"/>
                <a:cs typeface="Arial"/>
              </a:defRPr>
            </a:lvl5pPr>
            <a:lvl6pPr>
              <a:buNone/>
              <a:defRPr sz="1350" b="0">
                <a:solidFill>
                  <a:srgbClr val="60758B"/>
                </a:solidFill>
                <a:latin typeface="Arial"/>
                <a:ea typeface="Arial"/>
                <a:cs typeface="Arial"/>
              </a:defRPr>
            </a:lvl6pPr>
            <a:lvl7pPr>
              <a:buNone/>
              <a:defRPr sz="1350" b="0">
                <a:solidFill>
                  <a:srgbClr val="60758B"/>
                </a:solidFill>
                <a:latin typeface="Arial"/>
                <a:ea typeface="Arial"/>
                <a:cs typeface="Arial"/>
              </a:defRPr>
            </a:lvl7pPr>
            <a:lvl8pPr>
              <a:buNone/>
              <a:defRPr sz="1350" b="0">
                <a:solidFill>
                  <a:srgbClr val="60758B"/>
                </a:solidFill>
                <a:latin typeface="Arial"/>
                <a:ea typeface="Arial"/>
                <a:cs typeface="Arial"/>
              </a:defRPr>
            </a:lvl8pPr>
            <a:lvl9pPr>
              <a:buNone/>
              <a:defRPr sz="1350" b="0">
                <a:solidFill>
                  <a:srgbClr val="60758B"/>
                </a:solidFill>
                <a:latin typeface="Arial"/>
                <a:ea typeface="Arial"/>
                <a:cs typeface="Arial"/>
              </a:defRPr>
            </a:lvl9pPr>
          </a:lstStyle>
          <a:p xmlns:a="http://schemas.openxmlformats.org/drawingml/2006/main">
            <a:pPr>
              <a:buNone/>
              <a:defRPr sz="1350" b="0">
                <a:solidFill>
                  <a:srgbClr val="60758B"/>
                </a:solidFill>
                <a:latin typeface="Arial"/>
                <a:ea typeface="Arial"/>
                <a:cs typeface="Arial"/>
              </a:defRPr>
            </a:pPr>
            <a:r>
              <a:rPr sz="1350" b="0">
                <a:solidFill>
                  <a:srgbClr val="60758B"/>
                </a:solidFill>
                <a:latin typeface="Arial"/>
                <a:ea typeface="Arial"/>
                <a:cs typeface="Arial"/>
              </a:rPr>
              <a:t>02 / 08</a:t>
            </a:r>
          </a:p>
        </p:txBody>
      </p:sp>
      <p:sp>
        <p:nvSpPr>
          <p:cNvPr id="3" name="Experience into a confirmed profile">
            <a:extLst xmlns:a="http://schemas.openxmlformats.org/drawingml/2006/main">
              <a:ext uri="{FF2B5EF4-FFF2-40B4-BE49-F238E27FC236}">
                <a16:creationId xmlns:a16="http://schemas.microsoft.com/office/drawing/2014/main" id="{FAFC8896-E423-4155-B61B-22FCD178C6EF}"/>
              </a:ext>
            </a:extLst>
          </p:cNvPr>
          <p:cNvSpPr>
            <a:spLocks xmlns:a="http://schemas.openxmlformats.org/drawingml/2006/main" noGrp="1"/>
          </p:cNvSpPr>
          <p:nvPr/>
        </p:nvSpPr>
        <p:spPr>
          <a:xfrm xmlns:a="http://schemas.openxmlformats.org/drawingml/2006/main">
            <a:off x="609600" y="10763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B2341"/>
                </a:solidFill>
                <a:latin typeface="Arial"/>
                <a:ea typeface="Arial"/>
                <a:cs typeface="Arial"/>
              </a:defRPr>
            </a:defPPr>
            <a:lvl1pPr>
              <a:buNone/>
              <a:defRPr sz="3300" b="1">
                <a:solidFill>
                  <a:srgbClr val="0B2341"/>
                </a:solidFill>
                <a:latin typeface="Arial"/>
                <a:ea typeface="Arial"/>
                <a:cs typeface="Arial"/>
              </a:defRPr>
            </a:lvl1pPr>
            <a:lvl2pPr>
              <a:buNone/>
              <a:defRPr sz="3300" b="1">
                <a:solidFill>
                  <a:srgbClr val="0B2341"/>
                </a:solidFill>
                <a:latin typeface="Arial"/>
                <a:ea typeface="Arial"/>
                <a:cs typeface="Arial"/>
              </a:defRPr>
            </a:lvl2pPr>
            <a:lvl3pPr>
              <a:buNone/>
              <a:defRPr sz="3300" b="1">
                <a:solidFill>
                  <a:srgbClr val="0B2341"/>
                </a:solidFill>
                <a:latin typeface="Arial"/>
                <a:ea typeface="Arial"/>
                <a:cs typeface="Arial"/>
              </a:defRPr>
            </a:lvl3pPr>
            <a:lvl4pPr>
              <a:buNone/>
              <a:defRPr sz="3300" b="1">
                <a:solidFill>
                  <a:srgbClr val="0B2341"/>
                </a:solidFill>
                <a:latin typeface="Arial"/>
                <a:ea typeface="Arial"/>
                <a:cs typeface="Arial"/>
              </a:defRPr>
            </a:lvl4pPr>
            <a:lvl5pPr>
              <a:buNone/>
              <a:defRPr sz="3300" b="1">
                <a:solidFill>
                  <a:srgbClr val="0B2341"/>
                </a:solidFill>
                <a:latin typeface="Arial"/>
                <a:ea typeface="Arial"/>
                <a:cs typeface="Arial"/>
              </a:defRPr>
            </a:lvl5pPr>
            <a:lvl6pPr>
              <a:buNone/>
              <a:defRPr sz="3300" b="1">
                <a:solidFill>
                  <a:srgbClr val="0B2341"/>
                </a:solidFill>
                <a:latin typeface="Arial"/>
                <a:ea typeface="Arial"/>
                <a:cs typeface="Arial"/>
              </a:defRPr>
            </a:lvl6pPr>
            <a:lvl7pPr>
              <a:buNone/>
              <a:defRPr sz="3300" b="1">
                <a:solidFill>
                  <a:srgbClr val="0B2341"/>
                </a:solidFill>
                <a:latin typeface="Arial"/>
                <a:ea typeface="Arial"/>
                <a:cs typeface="Arial"/>
              </a:defRPr>
            </a:lvl7pPr>
            <a:lvl8pPr>
              <a:buNone/>
              <a:defRPr sz="3300" b="1">
                <a:solidFill>
                  <a:srgbClr val="0B2341"/>
                </a:solidFill>
                <a:latin typeface="Arial"/>
                <a:ea typeface="Arial"/>
                <a:cs typeface="Arial"/>
              </a:defRPr>
            </a:lvl8pPr>
            <a:lvl9pPr>
              <a:buNone/>
              <a:defRPr sz="3300" b="1">
                <a:solidFill>
                  <a:srgbClr val="0B2341"/>
                </a:solidFill>
                <a:latin typeface="Arial"/>
                <a:ea typeface="Arial"/>
                <a:cs typeface="Arial"/>
              </a:defRPr>
            </a:lvl9pPr>
          </a:lstStyle>
          <a:p xmlns:a="http://schemas.openxmlformats.org/drawingml/2006/main">
            <a:pPr>
              <a:buNone/>
              <a:defRPr sz="3300" b="1">
                <a:solidFill>
                  <a:srgbClr val="0B2341"/>
                </a:solidFill>
                <a:latin typeface="Arial"/>
                <a:ea typeface="Arial"/>
                <a:cs typeface="Arial"/>
              </a:defRPr>
            </a:pPr>
            <a:r>
              <a:rPr sz="3300" b="1">
                <a:solidFill>
                  <a:srgbClr val="0B2341"/>
                </a:solidFill>
                <a:latin typeface="Arial"/>
                <a:ea typeface="Arial"/>
                <a:cs typeface="Arial"/>
              </a:rPr>
              <a:t>Experience into a confirmed profile</a:t>
            </a:r>
          </a:p>
        </p:txBody>
      </p:sp>
      <p:sp>
        <p:nvSpPr>
          <p:cNvPr id="4" name="Video 0:30 - 1:10">
            <a:extLst xmlns:a="http://schemas.openxmlformats.org/drawingml/2006/main">
              <a:ext uri="{FF2B5EF4-FFF2-40B4-BE49-F238E27FC236}">
                <a16:creationId xmlns:a16="http://schemas.microsoft.com/office/drawing/2014/main" id="{2B666FCF-1E62-4892-8440-0717D6487977}"/>
              </a:ext>
            </a:extLst>
          </p:cNvPr>
          <p:cNvSpPr>
            <a:spLocks xmlns:a="http://schemas.openxmlformats.org/drawingml/2006/main" noGrp="1"/>
          </p:cNvSpPr>
          <p:nvPr/>
        </p:nvSpPr>
        <p:spPr>
          <a:xfrm xmlns:a="http://schemas.openxmlformats.org/drawingml/2006/main">
            <a:off x="609600" y="647700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0758B"/>
                </a:solidFill>
                <a:latin typeface="Arial"/>
                <a:ea typeface="Arial"/>
                <a:cs typeface="Arial"/>
              </a:defRPr>
            </a:defPPr>
            <a:lvl1pPr>
              <a:buNone/>
              <a:defRPr sz="1275" b="0">
                <a:solidFill>
                  <a:srgbClr val="60758B"/>
                </a:solidFill>
                <a:latin typeface="Arial"/>
                <a:ea typeface="Arial"/>
                <a:cs typeface="Arial"/>
              </a:defRPr>
            </a:lvl1pPr>
            <a:lvl2pPr>
              <a:buNone/>
              <a:defRPr sz="1275" b="0">
                <a:solidFill>
                  <a:srgbClr val="60758B"/>
                </a:solidFill>
                <a:latin typeface="Arial"/>
                <a:ea typeface="Arial"/>
                <a:cs typeface="Arial"/>
              </a:defRPr>
            </a:lvl2pPr>
            <a:lvl3pPr>
              <a:buNone/>
              <a:defRPr sz="1275" b="0">
                <a:solidFill>
                  <a:srgbClr val="60758B"/>
                </a:solidFill>
                <a:latin typeface="Arial"/>
                <a:ea typeface="Arial"/>
                <a:cs typeface="Arial"/>
              </a:defRPr>
            </a:lvl3pPr>
            <a:lvl4pPr>
              <a:buNone/>
              <a:defRPr sz="1275" b="0">
                <a:solidFill>
                  <a:srgbClr val="60758B"/>
                </a:solidFill>
                <a:latin typeface="Arial"/>
                <a:ea typeface="Arial"/>
                <a:cs typeface="Arial"/>
              </a:defRPr>
            </a:lvl4pPr>
            <a:lvl5pPr>
              <a:buNone/>
              <a:defRPr sz="1275" b="0">
                <a:solidFill>
                  <a:srgbClr val="60758B"/>
                </a:solidFill>
                <a:latin typeface="Arial"/>
                <a:ea typeface="Arial"/>
                <a:cs typeface="Arial"/>
              </a:defRPr>
            </a:lvl5pPr>
            <a:lvl6pPr>
              <a:buNone/>
              <a:defRPr sz="1275" b="0">
                <a:solidFill>
                  <a:srgbClr val="60758B"/>
                </a:solidFill>
                <a:latin typeface="Arial"/>
                <a:ea typeface="Arial"/>
                <a:cs typeface="Arial"/>
              </a:defRPr>
            </a:lvl6pPr>
            <a:lvl7pPr>
              <a:buNone/>
              <a:defRPr sz="1275" b="0">
                <a:solidFill>
                  <a:srgbClr val="60758B"/>
                </a:solidFill>
                <a:latin typeface="Arial"/>
                <a:ea typeface="Arial"/>
                <a:cs typeface="Arial"/>
              </a:defRPr>
            </a:lvl7pPr>
            <a:lvl8pPr>
              <a:buNone/>
              <a:defRPr sz="1275" b="0">
                <a:solidFill>
                  <a:srgbClr val="60758B"/>
                </a:solidFill>
                <a:latin typeface="Arial"/>
                <a:ea typeface="Arial"/>
                <a:cs typeface="Arial"/>
              </a:defRPr>
            </a:lvl8pPr>
            <a:lvl9pPr>
              <a:buNone/>
              <a:defRPr sz="1275" b="0">
                <a:solidFill>
                  <a:srgbClr val="60758B"/>
                </a:solidFill>
                <a:latin typeface="Arial"/>
                <a:ea typeface="Arial"/>
                <a:cs typeface="Arial"/>
              </a:defRPr>
            </a:lvl9pPr>
          </a:lstStyle>
          <a:p xmlns:a="http://schemas.openxmlformats.org/drawingml/2006/main">
            <a:pPr>
              <a:buNone/>
              <a:defRPr sz="1275" b="0">
                <a:solidFill>
                  <a:srgbClr val="60758B"/>
                </a:solidFill>
                <a:latin typeface="Arial"/>
                <a:ea typeface="Arial"/>
                <a:cs typeface="Arial"/>
              </a:defRPr>
            </a:pPr>
            <a:r>
              <a:rPr sz="1275" b="0">
                <a:solidFill>
                  <a:srgbClr val="60758B"/>
                </a:solidFill>
                <a:latin typeface="Arial"/>
                <a:ea typeface="Arial"/>
                <a:cs typeface="Arial"/>
              </a:rPr>
              <a:t>Video 0:30 - 1:10</a:t>
            </a:r>
          </a:p>
        </p:txBody>
      </p:sp>
      <p:sp>
        <p:nvSpPr>
          <p:cNvPr id="5" name="One project">
            <a:extLst xmlns:a="http://schemas.openxmlformats.org/drawingml/2006/main">
              <a:ext uri="{FF2B5EF4-FFF2-40B4-BE49-F238E27FC236}">
                <a16:creationId xmlns:a16="http://schemas.microsoft.com/office/drawing/2014/main" id="{E95DDDEE-D7A3-432A-9179-E480A6B778CB}"/>
              </a:ext>
            </a:extLst>
          </p:cNvPr>
          <p:cNvSpPr>
            <a:spLocks xmlns:a="http://schemas.openxmlformats.org/drawingml/2006/main" noGrp="1"/>
          </p:cNvSpPr>
          <p:nvPr/>
        </p:nvSpPr>
        <p:spPr>
          <a:xfrm xmlns:a="http://schemas.openxmlformats.org/drawingml/2006/main">
            <a:off x="609600" y="22860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45BF3"/>
                </a:solidFill>
                <a:latin typeface="Arial"/>
                <a:ea typeface="Arial"/>
                <a:cs typeface="Arial"/>
              </a:defRPr>
            </a:defPPr>
            <a:lvl1pPr>
              <a:buNone/>
              <a:defRPr sz="2325" b="1">
                <a:solidFill>
                  <a:srgbClr val="245BF3"/>
                </a:solidFill>
                <a:latin typeface="Arial"/>
                <a:ea typeface="Arial"/>
                <a:cs typeface="Arial"/>
              </a:defRPr>
            </a:lvl1pPr>
            <a:lvl2pPr>
              <a:buNone/>
              <a:defRPr sz="2325" b="1">
                <a:solidFill>
                  <a:srgbClr val="245BF3"/>
                </a:solidFill>
                <a:latin typeface="Arial"/>
                <a:ea typeface="Arial"/>
                <a:cs typeface="Arial"/>
              </a:defRPr>
            </a:lvl2pPr>
            <a:lvl3pPr>
              <a:buNone/>
              <a:defRPr sz="2325" b="1">
                <a:solidFill>
                  <a:srgbClr val="245BF3"/>
                </a:solidFill>
                <a:latin typeface="Arial"/>
                <a:ea typeface="Arial"/>
                <a:cs typeface="Arial"/>
              </a:defRPr>
            </a:lvl3pPr>
            <a:lvl4pPr>
              <a:buNone/>
              <a:defRPr sz="2325" b="1">
                <a:solidFill>
                  <a:srgbClr val="245BF3"/>
                </a:solidFill>
                <a:latin typeface="Arial"/>
                <a:ea typeface="Arial"/>
                <a:cs typeface="Arial"/>
              </a:defRPr>
            </a:lvl4pPr>
            <a:lvl5pPr>
              <a:buNone/>
              <a:defRPr sz="2325" b="1">
                <a:solidFill>
                  <a:srgbClr val="245BF3"/>
                </a:solidFill>
                <a:latin typeface="Arial"/>
                <a:ea typeface="Arial"/>
                <a:cs typeface="Arial"/>
              </a:defRPr>
            </a:lvl5pPr>
            <a:lvl6pPr>
              <a:buNone/>
              <a:defRPr sz="2325" b="1">
                <a:solidFill>
                  <a:srgbClr val="245BF3"/>
                </a:solidFill>
                <a:latin typeface="Arial"/>
                <a:ea typeface="Arial"/>
                <a:cs typeface="Arial"/>
              </a:defRPr>
            </a:lvl6pPr>
            <a:lvl7pPr>
              <a:buNone/>
              <a:defRPr sz="2325" b="1">
                <a:solidFill>
                  <a:srgbClr val="245BF3"/>
                </a:solidFill>
                <a:latin typeface="Arial"/>
                <a:ea typeface="Arial"/>
                <a:cs typeface="Arial"/>
              </a:defRPr>
            </a:lvl7pPr>
            <a:lvl8pPr>
              <a:buNone/>
              <a:defRPr sz="2325" b="1">
                <a:solidFill>
                  <a:srgbClr val="245BF3"/>
                </a:solidFill>
                <a:latin typeface="Arial"/>
                <a:ea typeface="Arial"/>
                <a:cs typeface="Arial"/>
              </a:defRPr>
            </a:lvl8pPr>
            <a:lvl9pPr>
              <a:buNone/>
              <a:defRPr sz="2325" b="1">
                <a:solidFill>
                  <a:srgbClr val="245BF3"/>
                </a:solidFill>
                <a:latin typeface="Arial"/>
                <a:ea typeface="Arial"/>
                <a:cs typeface="Arial"/>
              </a:defRPr>
            </a:lvl9pPr>
          </a:lstStyle>
          <a:p xmlns:a="http://schemas.openxmlformats.org/drawingml/2006/main">
            <a:pPr>
              <a:buNone/>
              <a:defRPr sz="2325" b="1">
                <a:solidFill>
                  <a:srgbClr val="245BF3"/>
                </a:solidFill>
                <a:latin typeface="Arial"/>
                <a:ea typeface="Arial"/>
                <a:cs typeface="Arial"/>
              </a:defRPr>
            </a:pPr>
            <a:r>
              <a:rPr sz="2325" b="1">
                <a:solidFill>
                  <a:srgbClr val="245BF3"/>
                </a:solidFill>
                <a:latin typeface="Arial"/>
                <a:ea typeface="Arial"/>
                <a:cs typeface="Arial"/>
              </a:rPr>
              <a:t>One project</a:t>
            </a:r>
          </a:p>
        </p:txBody>
      </p:sp>
      <p:sp>
        <p:nvSpPr>
          <p:cNvPr id="6" name="What you did and delivered">
            <a:extLst xmlns:a="http://schemas.openxmlformats.org/drawingml/2006/main">
              <a:ext uri="{FF2B5EF4-FFF2-40B4-BE49-F238E27FC236}">
                <a16:creationId xmlns:a16="http://schemas.microsoft.com/office/drawing/2014/main" id="{D88E6887-8C7C-4DD8-9D56-FCD6B5A5A337}"/>
              </a:ext>
            </a:extLst>
          </p:cNvPr>
          <p:cNvSpPr>
            <a:spLocks xmlns:a="http://schemas.openxmlformats.org/drawingml/2006/main" noGrp="1"/>
          </p:cNvSpPr>
          <p:nvPr/>
        </p:nvSpPr>
        <p:spPr>
          <a:xfrm xmlns:a="http://schemas.openxmlformats.org/drawingml/2006/main">
            <a:off x="609600" y="2733675"/>
            <a:ext cx="400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0B2341"/>
                </a:solidFill>
                <a:latin typeface="Arial"/>
                <a:ea typeface="Arial"/>
                <a:cs typeface="Arial"/>
              </a:defRPr>
            </a:defPPr>
            <a:lvl1pPr>
              <a:buNone/>
              <a:defRPr sz="1950" b="0">
                <a:solidFill>
                  <a:srgbClr val="0B2341"/>
                </a:solidFill>
                <a:latin typeface="Arial"/>
                <a:ea typeface="Arial"/>
                <a:cs typeface="Arial"/>
              </a:defRPr>
            </a:lvl1pPr>
            <a:lvl2pPr>
              <a:buNone/>
              <a:defRPr sz="1950" b="0">
                <a:solidFill>
                  <a:srgbClr val="0B2341"/>
                </a:solidFill>
                <a:latin typeface="Arial"/>
                <a:ea typeface="Arial"/>
                <a:cs typeface="Arial"/>
              </a:defRPr>
            </a:lvl2pPr>
            <a:lvl3pPr>
              <a:buNone/>
              <a:defRPr sz="1950" b="0">
                <a:solidFill>
                  <a:srgbClr val="0B2341"/>
                </a:solidFill>
                <a:latin typeface="Arial"/>
                <a:ea typeface="Arial"/>
                <a:cs typeface="Arial"/>
              </a:defRPr>
            </a:lvl3pPr>
            <a:lvl4pPr>
              <a:buNone/>
              <a:defRPr sz="1950" b="0">
                <a:solidFill>
                  <a:srgbClr val="0B2341"/>
                </a:solidFill>
                <a:latin typeface="Arial"/>
                <a:ea typeface="Arial"/>
                <a:cs typeface="Arial"/>
              </a:defRPr>
            </a:lvl4pPr>
            <a:lvl5pPr>
              <a:buNone/>
              <a:defRPr sz="1950" b="0">
                <a:solidFill>
                  <a:srgbClr val="0B2341"/>
                </a:solidFill>
                <a:latin typeface="Arial"/>
                <a:ea typeface="Arial"/>
                <a:cs typeface="Arial"/>
              </a:defRPr>
            </a:lvl5pPr>
            <a:lvl6pPr>
              <a:buNone/>
              <a:defRPr sz="1950" b="0">
                <a:solidFill>
                  <a:srgbClr val="0B2341"/>
                </a:solidFill>
                <a:latin typeface="Arial"/>
                <a:ea typeface="Arial"/>
                <a:cs typeface="Arial"/>
              </a:defRPr>
            </a:lvl6pPr>
            <a:lvl7pPr>
              <a:buNone/>
              <a:defRPr sz="1950" b="0">
                <a:solidFill>
                  <a:srgbClr val="0B2341"/>
                </a:solidFill>
                <a:latin typeface="Arial"/>
                <a:ea typeface="Arial"/>
                <a:cs typeface="Arial"/>
              </a:defRPr>
            </a:lvl7pPr>
            <a:lvl8pPr>
              <a:buNone/>
              <a:defRPr sz="1950" b="0">
                <a:solidFill>
                  <a:srgbClr val="0B2341"/>
                </a:solidFill>
                <a:latin typeface="Arial"/>
                <a:ea typeface="Arial"/>
                <a:cs typeface="Arial"/>
              </a:defRPr>
            </a:lvl8pPr>
            <a:lvl9pPr>
              <a:buNone/>
              <a:defRPr sz="1950" b="0">
                <a:solidFill>
                  <a:srgbClr val="0B2341"/>
                </a:solidFill>
                <a:latin typeface="Arial"/>
                <a:ea typeface="Arial"/>
                <a:cs typeface="Arial"/>
              </a:defRPr>
            </a:lvl9pPr>
          </a:lstStyle>
          <a:p xmlns:a="http://schemas.openxmlformats.org/drawingml/2006/main">
            <a:pPr>
              <a:buNone/>
              <a:defRPr sz="1950" b="0">
                <a:solidFill>
                  <a:srgbClr val="0B2341"/>
                </a:solidFill>
                <a:latin typeface="Arial"/>
                <a:ea typeface="Arial"/>
                <a:cs typeface="Arial"/>
              </a:defRPr>
            </a:pPr>
            <a:r>
              <a:rPr sz="1950" b="0">
                <a:solidFill>
                  <a:srgbClr val="0B2341"/>
                </a:solidFill>
                <a:latin typeface="Arial"/>
                <a:ea typeface="Arial"/>
                <a:cs typeface="Arial"/>
              </a:rPr>
              <a:t>What you did and delivered</a:t>
            </a:r>
          </a:p>
        </p:txBody>
      </p:sp>
      <p:sp>
        <p:nvSpPr>
          <p:cNvPr id="7" name="Your situation">
            <a:extLst xmlns:a="http://schemas.openxmlformats.org/drawingml/2006/main">
              <a:ext uri="{FF2B5EF4-FFF2-40B4-BE49-F238E27FC236}">
                <a16:creationId xmlns:a16="http://schemas.microsoft.com/office/drawing/2014/main" id="{38FCA9B2-CC55-490F-8EEE-5B99E485689E}"/>
              </a:ext>
            </a:extLst>
          </p:cNvPr>
          <p:cNvSpPr>
            <a:spLocks xmlns:a="http://schemas.openxmlformats.org/drawingml/2006/main" noGrp="1"/>
          </p:cNvSpPr>
          <p:nvPr/>
        </p:nvSpPr>
        <p:spPr>
          <a:xfrm xmlns:a="http://schemas.openxmlformats.org/drawingml/2006/main">
            <a:off x="609600" y="353377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45BF3"/>
                </a:solidFill>
                <a:latin typeface="Arial"/>
                <a:ea typeface="Arial"/>
                <a:cs typeface="Arial"/>
              </a:defRPr>
            </a:defPPr>
            <a:lvl1pPr>
              <a:buNone/>
              <a:defRPr sz="2325" b="1">
                <a:solidFill>
                  <a:srgbClr val="245BF3"/>
                </a:solidFill>
                <a:latin typeface="Arial"/>
                <a:ea typeface="Arial"/>
                <a:cs typeface="Arial"/>
              </a:defRPr>
            </a:lvl1pPr>
            <a:lvl2pPr>
              <a:buNone/>
              <a:defRPr sz="2325" b="1">
                <a:solidFill>
                  <a:srgbClr val="245BF3"/>
                </a:solidFill>
                <a:latin typeface="Arial"/>
                <a:ea typeface="Arial"/>
                <a:cs typeface="Arial"/>
              </a:defRPr>
            </a:lvl2pPr>
            <a:lvl3pPr>
              <a:buNone/>
              <a:defRPr sz="2325" b="1">
                <a:solidFill>
                  <a:srgbClr val="245BF3"/>
                </a:solidFill>
                <a:latin typeface="Arial"/>
                <a:ea typeface="Arial"/>
                <a:cs typeface="Arial"/>
              </a:defRPr>
            </a:lvl3pPr>
            <a:lvl4pPr>
              <a:buNone/>
              <a:defRPr sz="2325" b="1">
                <a:solidFill>
                  <a:srgbClr val="245BF3"/>
                </a:solidFill>
                <a:latin typeface="Arial"/>
                <a:ea typeface="Arial"/>
                <a:cs typeface="Arial"/>
              </a:defRPr>
            </a:lvl4pPr>
            <a:lvl5pPr>
              <a:buNone/>
              <a:defRPr sz="2325" b="1">
                <a:solidFill>
                  <a:srgbClr val="245BF3"/>
                </a:solidFill>
                <a:latin typeface="Arial"/>
                <a:ea typeface="Arial"/>
                <a:cs typeface="Arial"/>
              </a:defRPr>
            </a:lvl5pPr>
            <a:lvl6pPr>
              <a:buNone/>
              <a:defRPr sz="2325" b="1">
                <a:solidFill>
                  <a:srgbClr val="245BF3"/>
                </a:solidFill>
                <a:latin typeface="Arial"/>
                <a:ea typeface="Arial"/>
                <a:cs typeface="Arial"/>
              </a:defRPr>
            </a:lvl6pPr>
            <a:lvl7pPr>
              <a:buNone/>
              <a:defRPr sz="2325" b="1">
                <a:solidFill>
                  <a:srgbClr val="245BF3"/>
                </a:solidFill>
                <a:latin typeface="Arial"/>
                <a:ea typeface="Arial"/>
                <a:cs typeface="Arial"/>
              </a:defRPr>
            </a:lvl7pPr>
            <a:lvl8pPr>
              <a:buNone/>
              <a:defRPr sz="2325" b="1">
                <a:solidFill>
                  <a:srgbClr val="245BF3"/>
                </a:solidFill>
                <a:latin typeface="Arial"/>
                <a:ea typeface="Arial"/>
                <a:cs typeface="Arial"/>
              </a:defRPr>
            </a:lvl8pPr>
            <a:lvl9pPr>
              <a:buNone/>
              <a:defRPr sz="2325" b="1">
                <a:solidFill>
                  <a:srgbClr val="245BF3"/>
                </a:solidFill>
                <a:latin typeface="Arial"/>
                <a:ea typeface="Arial"/>
                <a:cs typeface="Arial"/>
              </a:defRPr>
            </a:lvl9pPr>
          </a:lstStyle>
          <a:p xmlns:a="http://schemas.openxmlformats.org/drawingml/2006/main">
            <a:pPr>
              <a:buNone/>
              <a:defRPr sz="2325" b="1">
                <a:solidFill>
                  <a:srgbClr val="245BF3"/>
                </a:solidFill>
                <a:latin typeface="Arial"/>
                <a:ea typeface="Arial"/>
                <a:cs typeface="Arial"/>
              </a:defRPr>
            </a:pPr>
            <a:r>
              <a:rPr sz="2325" b="1">
                <a:solidFill>
                  <a:srgbClr val="245BF3"/>
                </a:solidFill>
                <a:latin typeface="Arial"/>
                <a:ea typeface="Arial"/>
                <a:cs typeface="Arial"/>
              </a:rPr>
              <a:t>Your situation</a:t>
            </a:r>
          </a:p>
        </p:txBody>
      </p:sp>
      <p:sp>
        <p:nvSpPr>
          <p:cNvPr id="8" name="Prepare while employed">
            <a:extLst xmlns:a="http://schemas.openxmlformats.org/drawingml/2006/main">
              <a:ext uri="{FF2B5EF4-FFF2-40B4-BE49-F238E27FC236}">
                <a16:creationId xmlns:a16="http://schemas.microsoft.com/office/drawing/2014/main" id="{0AA49680-3CD3-4FDC-A682-BB753C5EECE6}"/>
              </a:ext>
            </a:extLst>
          </p:cNvPr>
          <p:cNvSpPr>
            <a:spLocks xmlns:a="http://schemas.openxmlformats.org/drawingml/2006/main" noGrp="1"/>
          </p:cNvSpPr>
          <p:nvPr/>
        </p:nvSpPr>
        <p:spPr>
          <a:xfrm xmlns:a="http://schemas.openxmlformats.org/drawingml/2006/main">
            <a:off x="609600" y="3981450"/>
            <a:ext cx="400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0B2341"/>
                </a:solidFill>
                <a:latin typeface="Arial"/>
                <a:ea typeface="Arial"/>
                <a:cs typeface="Arial"/>
              </a:defRPr>
            </a:defPPr>
            <a:lvl1pPr>
              <a:buNone/>
              <a:defRPr sz="1950" b="0">
                <a:solidFill>
                  <a:srgbClr val="0B2341"/>
                </a:solidFill>
                <a:latin typeface="Arial"/>
                <a:ea typeface="Arial"/>
                <a:cs typeface="Arial"/>
              </a:defRPr>
            </a:lvl1pPr>
            <a:lvl2pPr>
              <a:buNone/>
              <a:defRPr sz="1950" b="0">
                <a:solidFill>
                  <a:srgbClr val="0B2341"/>
                </a:solidFill>
                <a:latin typeface="Arial"/>
                <a:ea typeface="Arial"/>
                <a:cs typeface="Arial"/>
              </a:defRPr>
            </a:lvl2pPr>
            <a:lvl3pPr>
              <a:buNone/>
              <a:defRPr sz="1950" b="0">
                <a:solidFill>
                  <a:srgbClr val="0B2341"/>
                </a:solidFill>
                <a:latin typeface="Arial"/>
                <a:ea typeface="Arial"/>
                <a:cs typeface="Arial"/>
              </a:defRPr>
            </a:lvl3pPr>
            <a:lvl4pPr>
              <a:buNone/>
              <a:defRPr sz="1950" b="0">
                <a:solidFill>
                  <a:srgbClr val="0B2341"/>
                </a:solidFill>
                <a:latin typeface="Arial"/>
                <a:ea typeface="Arial"/>
                <a:cs typeface="Arial"/>
              </a:defRPr>
            </a:lvl4pPr>
            <a:lvl5pPr>
              <a:buNone/>
              <a:defRPr sz="1950" b="0">
                <a:solidFill>
                  <a:srgbClr val="0B2341"/>
                </a:solidFill>
                <a:latin typeface="Arial"/>
                <a:ea typeface="Arial"/>
                <a:cs typeface="Arial"/>
              </a:defRPr>
            </a:lvl5pPr>
            <a:lvl6pPr>
              <a:buNone/>
              <a:defRPr sz="1950" b="0">
                <a:solidFill>
                  <a:srgbClr val="0B2341"/>
                </a:solidFill>
                <a:latin typeface="Arial"/>
                <a:ea typeface="Arial"/>
                <a:cs typeface="Arial"/>
              </a:defRPr>
            </a:lvl6pPr>
            <a:lvl7pPr>
              <a:buNone/>
              <a:defRPr sz="1950" b="0">
                <a:solidFill>
                  <a:srgbClr val="0B2341"/>
                </a:solidFill>
                <a:latin typeface="Arial"/>
                <a:ea typeface="Arial"/>
                <a:cs typeface="Arial"/>
              </a:defRPr>
            </a:lvl7pPr>
            <a:lvl8pPr>
              <a:buNone/>
              <a:defRPr sz="1950" b="0">
                <a:solidFill>
                  <a:srgbClr val="0B2341"/>
                </a:solidFill>
                <a:latin typeface="Arial"/>
                <a:ea typeface="Arial"/>
                <a:cs typeface="Arial"/>
              </a:defRPr>
            </a:lvl8pPr>
            <a:lvl9pPr>
              <a:buNone/>
              <a:defRPr sz="1950" b="0">
                <a:solidFill>
                  <a:srgbClr val="0B2341"/>
                </a:solidFill>
                <a:latin typeface="Arial"/>
                <a:ea typeface="Arial"/>
                <a:cs typeface="Arial"/>
              </a:defRPr>
            </a:lvl9pPr>
          </a:lstStyle>
          <a:p xmlns:a="http://schemas.openxmlformats.org/drawingml/2006/main">
            <a:pPr>
              <a:buNone/>
              <a:defRPr sz="1950" b="0">
                <a:solidFill>
                  <a:srgbClr val="0B2341"/>
                </a:solidFill>
                <a:latin typeface="Arial"/>
                <a:ea typeface="Arial"/>
                <a:cs typeface="Arial"/>
              </a:defRPr>
            </a:pPr>
            <a:r>
              <a:rPr sz="1950" b="0">
                <a:solidFill>
                  <a:srgbClr val="0B2341"/>
                </a:solidFill>
                <a:latin typeface="Arial"/>
                <a:ea typeface="Arial"/>
                <a:cs typeface="Arial"/>
              </a:rPr>
              <a:t>Prepare while employed</a:t>
            </a:r>
          </a:p>
        </p:txBody>
      </p:sp>
      <p:sp>
        <p:nvSpPr>
          <p:cNvPr id="9" name="Confirmed skills">
            <a:extLst xmlns:a="http://schemas.openxmlformats.org/drawingml/2006/main">
              <a:ext uri="{FF2B5EF4-FFF2-40B4-BE49-F238E27FC236}">
                <a16:creationId xmlns:a16="http://schemas.microsoft.com/office/drawing/2014/main" id="{222BE220-7D7E-429C-9A1C-764B0ECFBED8}"/>
              </a:ext>
            </a:extLst>
          </p:cNvPr>
          <p:cNvSpPr>
            <a:spLocks xmlns:a="http://schemas.openxmlformats.org/drawingml/2006/main" noGrp="1"/>
          </p:cNvSpPr>
          <p:nvPr/>
        </p:nvSpPr>
        <p:spPr>
          <a:xfrm xmlns:a="http://schemas.openxmlformats.org/drawingml/2006/main">
            <a:off x="609600" y="478155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45BF3"/>
                </a:solidFill>
                <a:latin typeface="Arial"/>
                <a:ea typeface="Arial"/>
                <a:cs typeface="Arial"/>
              </a:defRPr>
            </a:defPPr>
            <a:lvl1pPr>
              <a:buNone/>
              <a:defRPr sz="2325" b="1">
                <a:solidFill>
                  <a:srgbClr val="245BF3"/>
                </a:solidFill>
                <a:latin typeface="Arial"/>
                <a:ea typeface="Arial"/>
                <a:cs typeface="Arial"/>
              </a:defRPr>
            </a:lvl1pPr>
            <a:lvl2pPr>
              <a:buNone/>
              <a:defRPr sz="2325" b="1">
                <a:solidFill>
                  <a:srgbClr val="245BF3"/>
                </a:solidFill>
                <a:latin typeface="Arial"/>
                <a:ea typeface="Arial"/>
                <a:cs typeface="Arial"/>
              </a:defRPr>
            </a:lvl2pPr>
            <a:lvl3pPr>
              <a:buNone/>
              <a:defRPr sz="2325" b="1">
                <a:solidFill>
                  <a:srgbClr val="245BF3"/>
                </a:solidFill>
                <a:latin typeface="Arial"/>
                <a:ea typeface="Arial"/>
                <a:cs typeface="Arial"/>
              </a:defRPr>
            </a:lvl3pPr>
            <a:lvl4pPr>
              <a:buNone/>
              <a:defRPr sz="2325" b="1">
                <a:solidFill>
                  <a:srgbClr val="245BF3"/>
                </a:solidFill>
                <a:latin typeface="Arial"/>
                <a:ea typeface="Arial"/>
                <a:cs typeface="Arial"/>
              </a:defRPr>
            </a:lvl4pPr>
            <a:lvl5pPr>
              <a:buNone/>
              <a:defRPr sz="2325" b="1">
                <a:solidFill>
                  <a:srgbClr val="245BF3"/>
                </a:solidFill>
                <a:latin typeface="Arial"/>
                <a:ea typeface="Arial"/>
                <a:cs typeface="Arial"/>
              </a:defRPr>
            </a:lvl5pPr>
            <a:lvl6pPr>
              <a:buNone/>
              <a:defRPr sz="2325" b="1">
                <a:solidFill>
                  <a:srgbClr val="245BF3"/>
                </a:solidFill>
                <a:latin typeface="Arial"/>
                <a:ea typeface="Arial"/>
                <a:cs typeface="Arial"/>
              </a:defRPr>
            </a:lvl6pPr>
            <a:lvl7pPr>
              <a:buNone/>
              <a:defRPr sz="2325" b="1">
                <a:solidFill>
                  <a:srgbClr val="245BF3"/>
                </a:solidFill>
                <a:latin typeface="Arial"/>
                <a:ea typeface="Arial"/>
                <a:cs typeface="Arial"/>
              </a:defRPr>
            </a:lvl7pPr>
            <a:lvl8pPr>
              <a:buNone/>
              <a:defRPr sz="2325" b="1">
                <a:solidFill>
                  <a:srgbClr val="245BF3"/>
                </a:solidFill>
                <a:latin typeface="Arial"/>
                <a:ea typeface="Arial"/>
                <a:cs typeface="Arial"/>
              </a:defRPr>
            </a:lvl8pPr>
            <a:lvl9pPr>
              <a:buNone/>
              <a:defRPr sz="2325" b="1">
                <a:solidFill>
                  <a:srgbClr val="245BF3"/>
                </a:solidFill>
                <a:latin typeface="Arial"/>
                <a:ea typeface="Arial"/>
                <a:cs typeface="Arial"/>
              </a:defRPr>
            </a:lvl9pPr>
          </a:lstStyle>
          <a:p xmlns:a="http://schemas.openxmlformats.org/drawingml/2006/main">
            <a:pPr>
              <a:buNone/>
              <a:defRPr sz="2325" b="1">
                <a:solidFill>
                  <a:srgbClr val="245BF3"/>
                </a:solidFill>
                <a:latin typeface="Arial"/>
                <a:ea typeface="Arial"/>
                <a:cs typeface="Arial"/>
              </a:defRPr>
            </a:pPr>
            <a:r>
              <a:rPr sz="2325" b="1">
                <a:solidFill>
                  <a:srgbClr val="245BF3"/>
                </a:solidFill>
                <a:latin typeface="Arial"/>
                <a:ea typeface="Arial"/>
                <a:cs typeface="Arial"/>
              </a:rPr>
              <a:t>Confirmed skills</a:t>
            </a:r>
          </a:p>
        </p:txBody>
      </p:sp>
      <p:sp>
        <p:nvSpPr>
          <p:cNvPr id="10" name="Skills you review and confirm">
            <a:extLst xmlns:a="http://schemas.openxmlformats.org/drawingml/2006/main">
              <a:ext uri="{FF2B5EF4-FFF2-40B4-BE49-F238E27FC236}">
                <a16:creationId xmlns:a16="http://schemas.microsoft.com/office/drawing/2014/main" id="{5A5EBD28-B228-4DEE-878E-59871FD7C667}"/>
              </a:ext>
            </a:extLst>
          </p:cNvPr>
          <p:cNvSpPr>
            <a:spLocks xmlns:a="http://schemas.openxmlformats.org/drawingml/2006/main" noGrp="1"/>
          </p:cNvSpPr>
          <p:nvPr/>
        </p:nvSpPr>
        <p:spPr>
          <a:xfrm xmlns:a="http://schemas.openxmlformats.org/drawingml/2006/main">
            <a:off x="609600" y="5229225"/>
            <a:ext cx="400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0B2341"/>
                </a:solidFill>
                <a:latin typeface="Arial"/>
                <a:ea typeface="Arial"/>
                <a:cs typeface="Arial"/>
              </a:defRPr>
            </a:defPPr>
            <a:lvl1pPr>
              <a:buNone/>
              <a:defRPr sz="1950" b="0">
                <a:solidFill>
                  <a:srgbClr val="0B2341"/>
                </a:solidFill>
                <a:latin typeface="Arial"/>
                <a:ea typeface="Arial"/>
                <a:cs typeface="Arial"/>
              </a:defRPr>
            </a:lvl1pPr>
            <a:lvl2pPr>
              <a:buNone/>
              <a:defRPr sz="1950" b="0">
                <a:solidFill>
                  <a:srgbClr val="0B2341"/>
                </a:solidFill>
                <a:latin typeface="Arial"/>
                <a:ea typeface="Arial"/>
                <a:cs typeface="Arial"/>
              </a:defRPr>
            </a:lvl2pPr>
            <a:lvl3pPr>
              <a:buNone/>
              <a:defRPr sz="1950" b="0">
                <a:solidFill>
                  <a:srgbClr val="0B2341"/>
                </a:solidFill>
                <a:latin typeface="Arial"/>
                <a:ea typeface="Arial"/>
                <a:cs typeface="Arial"/>
              </a:defRPr>
            </a:lvl3pPr>
            <a:lvl4pPr>
              <a:buNone/>
              <a:defRPr sz="1950" b="0">
                <a:solidFill>
                  <a:srgbClr val="0B2341"/>
                </a:solidFill>
                <a:latin typeface="Arial"/>
                <a:ea typeface="Arial"/>
                <a:cs typeface="Arial"/>
              </a:defRPr>
            </a:lvl4pPr>
            <a:lvl5pPr>
              <a:buNone/>
              <a:defRPr sz="1950" b="0">
                <a:solidFill>
                  <a:srgbClr val="0B2341"/>
                </a:solidFill>
                <a:latin typeface="Arial"/>
                <a:ea typeface="Arial"/>
                <a:cs typeface="Arial"/>
              </a:defRPr>
            </a:lvl5pPr>
            <a:lvl6pPr>
              <a:buNone/>
              <a:defRPr sz="1950" b="0">
                <a:solidFill>
                  <a:srgbClr val="0B2341"/>
                </a:solidFill>
                <a:latin typeface="Arial"/>
                <a:ea typeface="Arial"/>
                <a:cs typeface="Arial"/>
              </a:defRPr>
            </a:lvl6pPr>
            <a:lvl7pPr>
              <a:buNone/>
              <a:defRPr sz="1950" b="0">
                <a:solidFill>
                  <a:srgbClr val="0B2341"/>
                </a:solidFill>
                <a:latin typeface="Arial"/>
                <a:ea typeface="Arial"/>
                <a:cs typeface="Arial"/>
              </a:defRPr>
            </a:lvl7pPr>
            <a:lvl8pPr>
              <a:buNone/>
              <a:defRPr sz="1950" b="0">
                <a:solidFill>
                  <a:srgbClr val="0B2341"/>
                </a:solidFill>
                <a:latin typeface="Arial"/>
                <a:ea typeface="Arial"/>
                <a:cs typeface="Arial"/>
              </a:defRPr>
            </a:lvl8pPr>
            <a:lvl9pPr>
              <a:buNone/>
              <a:defRPr sz="1950" b="0">
                <a:solidFill>
                  <a:srgbClr val="0B2341"/>
                </a:solidFill>
                <a:latin typeface="Arial"/>
                <a:ea typeface="Arial"/>
                <a:cs typeface="Arial"/>
              </a:defRPr>
            </a:lvl9pPr>
          </a:lstStyle>
          <a:p xmlns:a="http://schemas.openxmlformats.org/drawingml/2006/main">
            <a:pPr>
              <a:buNone/>
              <a:defRPr sz="1950" b="0">
                <a:solidFill>
                  <a:srgbClr val="0B2341"/>
                </a:solidFill>
                <a:latin typeface="Arial"/>
                <a:ea typeface="Arial"/>
                <a:cs typeface="Arial"/>
              </a:defRPr>
            </a:pPr>
            <a:r>
              <a:rPr sz="1950" b="0">
                <a:solidFill>
                  <a:srgbClr val="0B2341"/>
                </a:solidFill>
                <a:latin typeface="Arial"/>
                <a:ea typeface="Arial"/>
                <a:cs typeface="Arial"/>
              </a:rPr>
              <a:t>Skills you review and confirm</a:t>
            </a:r>
          </a:p>
        </p:txBody>
      </p:sp>
      <p:pic>
        <p:nvPicPr>
          <p:cNvPr id="11" name="">
            <a:extLst xmlns:a="http://schemas.openxmlformats.org/drawingml/2006/main">
              <a:ext uri="{FF2B5EF4-FFF2-40B4-BE49-F238E27FC236}">
                <a16:creationId xmlns:a16="http://schemas.microsoft.com/office/drawing/2014/main" id="{1583FABA-4B9C-428D-8A20-31DD12A68E9B}"/>
              </a:ext>
            </a:extLst>
          </p:cNvPr>
          <p:cNvPicPr>
            <a:picLocks xmlns:a="http://schemas.openxmlformats.org/drawingml/2006/main" noChangeAspect="1"/>
          </p:cNvPicPr>
          <p:nvPr/>
        </p:nvPicPr>
        <p:blipFill>
          <a:blip xmlns:r="http://schemas.openxmlformats.org/officeDocument/2006/relationships" xmlns:a="http://schemas.openxmlformats.org/drawingml/2006/main" r:embed="Rde31c33e95c84c8a"/>
          <a:stretch xmlns:a="http://schemas.openxmlformats.org/drawingml/2006/main"/>
        </p:blipFill>
        <p:spPr>
          <a:xfrm xmlns:a="http://schemas.openxmlformats.org/drawingml/2006/main">
            <a:off x="5076825" y="2298682"/>
            <a:ext cx="6505575" cy="3289336"/>
          </a:xfrm>
          <a:prstGeom xmlns:a="http://schemas.openxmlformats.org/drawingml/2006/main" prst="rect">
            <a:avLst/>
          </a:prstGeom>
        </p:spPr>
      </p:pic>
      <p:sp>
        <p:nvSpPr>
          <p:cNvPr id="12" name="Alex Tan is a fictional user with 10 years in operations and mark">
            <a:extLst xmlns:a="http://schemas.openxmlformats.org/drawingml/2006/main">
              <a:ext uri="{FF2B5EF4-FFF2-40B4-BE49-F238E27FC236}">
                <a16:creationId xmlns:a16="http://schemas.microsoft.com/office/drawing/2014/main" id="{75944D97-597B-4395-916C-57C9303ED7C5}"/>
              </a:ext>
            </a:extLst>
          </p:cNvPr>
          <p:cNvSpPr>
            <a:spLocks xmlns:a="http://schemas.openxmlformats.org/drawingml/2006/main" noGrp="1"/>
          </p:cNvSpPr>
          <p:nvPr/>
        </p:nvSpPr>
        <p:spPr>
          <a:xfrm xmlns:a="http://schemas.openxmlformats.org/drawingml/2006/main">
            <a:off x="609600" y="59531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60758B"/>
                </a:solidFill>
                <a:latin typeface="Arial"/>
                <a:ea typeface="Arial"/>
                <a:cs typeface="Arial"/>
              </a:defRPr>
            </a:defPPr>
            <a:lvl1pPr>
              <a:buNone/>
              <a:defRPr sz="1650" b="0">
                <a:solidFill>
                  <a:srgbClr val="60758B"/>
                </a:solidFill>
                <a:latin typeface="Arial"/>
                <a:ea typeface="Arial"/>
                <a:cs typeface="Arial"/>
              </a:defRPr>
            </a:lvl1pPr>
            <a:lvl2pPr>
              <a:buNone/>
              <a:defRPr sz="1650" b="0">
                <a:solidFill>
                  <a:srgbClr val="60758B"/>
                </a:solidFill>
                <a:latin typeface="Arial"/>
                <a:ea typeface="Arial"/>
                <a:cs typeface="Arial"/>
              </a:defRPr>
            </a:lvl2pPr>
            <a:lvl3pPr>
              <a:buNone/>
              <a:defRPr sz="1650" b="0">
                <a:solidFill>
                  <a:srgbClr val="60758B"/>
                </a:solidFill>
                <a:latin typeface="Arial"/>
                <a:ea typeface="Arial"/>
                <a:cs typeface="Arial"/>
              </a:defRPr>
            </a:lvl3pPr>
            <a:lvl4pPr>
              <a:buNone/>
              <a:defRPr sz="1650" b="0">
                <a:solidFill>
                  <a:srgbClr val="60758B"/>
                </a:solidFill>
                <a:latin typeface="Arial"/>
                <a:ea typeface="Arial"/>
                <a:cs typeface="Arial"/>
              </a:defRPr>
            </a:lvl4pPr>
            <a:lvl5pPr>
              <a:buNone/>
              <a:defRPr sz="1650" b="0">
                <a:solidFill>
                  <a:srgbClr val="60758B"/>
                </a:solidFill>
                <a:latin typeface="Arial"/>
                <a:ea typeface="Arial"/>
                <a:cs typeface="Arial"/>
              </a:defRPr>
            </a:lvl5pPr>
            <a:lvl6pPr>
              <a:buNone/>
              <a:defRPr sz="1650" b="0">
                <a:solidFill>
                  <a:srgbClr val="60758B"/>
                </a:solidFill>
                <a:latin typeface="Arial"/>
                <a:ea typeface="Arial"/>
                <a:cs typeface="Arial"/>
              </a:defRPr>
            </a:lvl6pPr>
            <a:lvl7pPr>
              <a:buNone/>
              <a:defRPr sz="1650" b="0">
                <a:solidFill>
                  <a:srgbClr val="60758B"/>
                </a:solidFill>
                <a:latin typeface="Arial"/>
                <a:ea typeface="Arial"/>
                <a:cs typeface="Arial"/>
              </a:defRPr>
            </a:lvl7pPr>
            <a:lvl8pPr>
              <a:buNone/>
              <a:defRPr sz="1650" b="0">
                <a:solidFill>
                  <a:srgbClr val="60758B"/>
                </a:solidFill>
                <a:latin typeface="Arial"/>
                <a:ea typeface="Arial"/>
                <a:cs typeface="Arial"/>
              </a:defRPr>
            </a:lvl8pPr>
            <a:lvl9pPr>
              <a:buNone/>
              <a:defRPr sz="1650" b="0">
                <a:solidFill>
                  <a:srgbClr val="60758B"/>
                </a:solidFill>
                <a:latin typeface="Arial"/>
                <a:ea typeface="Arial"/>
                <a:cs typeface="Arial"/>
              </a:defRPr>
            </a:lvl9pPr>
          </a:lstStyle>
          <a:p xmlns:a="http://schemas.openxmlformats.org/drawingml/2006/main">
            <a:pPr>
              <a:buNone/>
              <a:defRPr sz="1650" b="0">
                <a:solidFill>
                  <a:srgbClr val="60758B"/>
                </a:solidFill>
                <a:latin typeface="Arial"/>
                <a:ea typeface="Arial"/>
                <a:cs typeface="Arial"/>
              </a:defRPr>
            </a:pPr>
            <a:r>
              <a:rPr sz="1650" b="0">
                <a:solidFill>
                  <a:srgbClr val="60758B"/>
                </a:solidFill>
                <a:latin typeface="Arial"/>
                <a:ea typeface="Arial"/>
                <a:cs typeface="Arial"/>
              </a:rPr>
              <a:t>Alex Tan is a fictional user with 10 years in operations and marketing.</a:t>
            </a:r>
          </a:p>
        </p:txBody>
      </p:sp>
    </p:spTree>
    <p:extLst>
      <p:ext uri="{BB962C8B-B14F-4D97-AF65-F5344CB8AC3E}">
        <p14:creationId xmlns:p14="http://schemas.microsoft.com/office/powerpoint/2010/main" val="861426007"/>
      </p:ext>
    </p:extLst>
  </p:cSld>
</p:sld>
</file>

<file path=ppt/slides/slide3.xml><?xml version="1.0" encoding="utf-8"?>
<p:sld xmlns:p="http://schemas.openxmlformats.org/presentationml/2006/main">
  <p:cSld>
    <p:bg>
      <p:bgPr>
        <a:solidFill xmlns:a="http://schemas.openxmlformats.org/drawingml/2006/main">
          <a:srgbClr val="F3F7FC"/>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FEF183B-427D-4A9D-A30A-24A699C1C6EB}"/>
              </a:ext>
            </a:extLst>
          </p:cNvPr>
          <p:cNvPicPr>
            <a:picLocks xmlns:a="http://schemas.openxmlformats.org/drawingml/2006/main" noChangeAspect="1"/>
          </p:cNvPicPr>
          <p:nvPr/>
        </p:nvPicPr>
        <p:blipFill>
          <a:blip xmlns:r="http://schemas.openxmlformats.org/officeDocument/2006/relationships" xmlns:a="http://schemas.openxmlformats.org/drawingml/2006/main" r:embed="R138f787e241f42ef"/>
          <a:stretch xmlns:a="http://schemas.openxmlformats.org/drawingml/2006/main"/>
        </p:blipFill>
        <p:spPr>
          <a:xfrm xmlns:a="http://schemas.openxmlformats.org/drawingml/2006/main">
            <a:off x="621889" y="342900"/>
            <a:ext cx="1689923" cy="428625"/>
          </a:xfrm>
          <a:prstGeom xmlns:a="http://schemas.openxmlformats.org/drawingml/2006/main" prst="rect">
            <a:avLst/>
          </a:prstGeom>
        </p:spPr>
      </p:pic>
      <p:sp>
        <p:nvSpPr>
          <p:cNvPr id="2" name="03 / 08">
            <a:extLst xmlns:a="http://schemas.openxmlformats.org/drawingml/2006/main">
              <a:ext uri="{FF2B5EF4-FFF2-40B4-BE49-F238E27FC236}">
                <a16:creationId xmlns:a16="http://schemas.microsoft.com/office/drawing/2014/main" id="{B15F3B37-7698-4C12-AECB-61123ABEFA12}"/>
              </a:ext>
            </a:extLst>
          </p:cNvPr>
          <p:cNvSpPr>
            <a:spLocks xmlns:a="http://schemas.openxmlformats.org/drawingml/2006/main" noGrp="1"/>
          </p:cNvSpPr>
          <p:nvPr/>
        </p:nvSpPr>
        <p:spPr>
          <a:xfrm xmlns:a="http://schemas.openxmlformats.org/drawingml/2006/main">
            <a:off x="10610850" y="457200"/>
            <a:ext cx="971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0758B"/>
                </a:solidFill>
                <a:latin typeface="Arial"/>
                <a:ea typeface="Arial"/>
                <a:cs typeface="Arial"/>
              </a:defRPr>
            </a:defPPr>
            <a:lvl1pPr>
              <a:buNone/>
              <a:defRPr sz="1350" b="0">
                <a:solidFill>
                  <a:srgbClr val="60758B"/>
                </a:solidFill>
                <a:latin typeface="Arial"/>
                <a:ea typeface="Arial"/>
                <a:cs typeface="Arial"/>
              </a:defRPr>
            </a:lvl1pPr>
            <a:lvl2pPr>
              <a:buNone/>
              <a:defRPr sz="1350" b="0">
                <a:solidFill>
                  <a:srgbClr val="60758B"/>
                </a:solidFill>
                <a:latin typeface="Arial"/>
                <a:ea typeface="Arial"/>
                <a:cs typeface="Arial"/>
              </a:defRPr>
            </a:lvl2pPr>
            <a:lvl3pPr>
              <a:buNone/>
              <a:defRPr sz="1350" b="0">
                <a:solidFill>
                  <a:srgbClr val="60758B"/>
                </a:solidFill>
                <a:latin typeface="Arial"/>
                <a:ea typeface="Arial"/>
                <a:cs typeface="Arial"/>
              </a:defRPr>
            </a:lvl3pPr>
            <a:lvl4pPr>
              <a:buNone/>
              <a:defRPr sz="1350" b="0">
                <a:solidFill>
                  <a:srgbClr val="60758B"/>
                </a:solidFill>
                <a:latin typeface="Arial"/>
                <a:ea typeface="Arial"/>
                <a:cs typeface="Arial"/>
              </a:defRPr>
            </a:lvl4pPr>
            <a:lvl5pPr>
              <a:buNone/>
              <a:defRPr sz="1350" b="0">
                <a:solidFill>
                  <a:srgbClr val="60758B"/>
                </a:solidFill>
                <a:latin typeface="Arial"/>
                <a:ea typeface="Arial"/>
                <a:cs typeface="Arial"/>
              </a:defRPr>
            </a:lvl5pPr>
            <a:lvl6pPr>
              <a:buNone/>
              <a:defRPr sz="1350" b="0">
                <a:solidFill>
                  <a:srgbClr val="60758B"/>
                </a:solidFill>
                <a:latin typeface="Arial"/>
                <a:ea typeface="Arial"/>
                <a:cs typeface="Arial"/>
              </a:defRPr>
            </a:lvl6pPr>
            <a:lvl7pPr>
              <a:buNone/>
              <a:defRPr sz="1350" b="0">
                <a:solidFill>
                  <a:srgbClr val="60758B"/>
                </a:solidFill>
                <a:latin typeface="Arial"/>
                <a:ea typeface="Arial"/>
                <a:cs typeface="Arial"/>
              </a:defRPr>
            </a:lvl7pPr>
            <a:lvl8pPr>
              <a:buNone/>
              <a:defRPr sz="1350" b="0">
                <a:solidFill>
                  <a:srgbClr val="60758B"/>
                </a:solidFill>
                <a:latin typeface="Arial"/>
                <a:ea typeface="Arial"/>
                <a:cs typeface="Arial"/>
              </a:defRPr>
            </a:lvl8pPr>
            <a:lvl9pPr>
              <a:buNone/>
              <a:defRPr sz="1350" b="0">
                <a:solidFill>
                  <a:srgbClr val="60758B"/>
                </a:solidFill>
                <a:latin typeface="Arial"/>
                <a:ea typeface="Arial"/>
                <a:cs typeface="Arial"/>
              </a:defRPr>
            </a:lvl9pPr>
          </a:lstStyle>
          <a:p xmlns:a="http://schemas.openxmlformats.org/drawingml/2006/main">
            <a:pPr>
              <a:buNone/>
              <a:defRPr sz="1350" b="0">
                <a:solidFill>
                  <a:srgbClr val="60758B"/>
                </a:solidFill>
                <a:latin typeface="Arial"/>
                <a:ea typeface="Arial"/>
                <a:cs typeface="Arial"/>
              </a:defRPr>
            </a:pPr>
            <a:r>
              <a:rPr sz="1350" b="0">
                <a:solidFill>
                  <a:srgbClr val="60758B"/>
                </a:solidFill>
                <a:latin typeface="Arial"/>
                <a:ea typeface="Arial"/>
                <a:cs typeface="Arial"/>
              </a:rPr>
              <a:t>03 / 08</a:t>
            </a:r>
          </a:p>
        </p:txBody>
      </p:sp>
      <p:sp>
        <p:nvSpPr>
          <p:cNvPr id="3" name="Career directions and visible gaps">
            <a:extLst xmlns:a="http://schemas.openxmlformats.org/drawingml/2006/main">
              <a:ext uri="{FF2B5EF4-FFF2-40B4-BE49-F238E27FC236}">
                <a16:creationId xmlns:a16="http://schemas.microsoft.com/office/drawing/2014/main" id="{8880D3F3-74B0-4E7D-B430-DA213EB5C153}"/>
              </a:ext>
            </a:extLst>
          </p:cNvPr>
          <p:cNvSpPr>
            <a:spLocks xmlns:a="http://schemas.openxmlformats.org/drawingml/2006/main" noGrp="1"/>
          </p:cNvSpPr>
          <p:nvPr/>
        </p:nvSpPr>
        <p:spPr>
          <a:xfrm xmlns:a="http://schemas.openxmlformats.org/drawingml/2006/main">
            <a:off x="609600" y="10763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B2341"/>
                </a:solidFill>
                <a:latin typeface="Arial"/>
                <a:ea typeface="Arial"/>
                <a:cs typeface="Arial"/>
              </a:defRPr>
            </a:defPPr>
            <a:lvl1pPr>
              <a:buNone/>
              <a:defRPr sz="3300" b="1">
                <a:solidFill>
                  <a:srgbClr val="0B2341"/>
                </a:solidFill>
                <a:latin typeface="Arial"/>
                <a:ea typeface="Arial"/>
                <a:cs typeface="Arial"/>
              </a:defRPr>
            </a:lvl1pPr>
            <a:lvl2pPr>
              <a:buNone/>
              <a:defRPr sz="3300" b="1">
                <a:solidFill>
                  <a:srgbClr val="0B2341"/>
                </a:solidFill>
                <a:latin typeface="Arial"/>
                <a:ea typeface="Arial"/>
                <a:cs typeface="Arial"/>
              </a:defRPr>
            </a:lvl2pPr>
            <a:lvl3pPr>
              <a:buNone/>
              <a:defRPr sz="3300" b="1">
                <a:solidFill>
                  <a:srgbClr val="0B2341"/>
                </a:solidFill>
                <a:latin typeface="Arial"/>
                <a:ea typeface="Arial"/>
                <a:cs typeface="Arial"/>
              </a:defRPr>
            </a:lvl3pPr>
            <a:lvl4pPr>
              <a:buNone/>
              <a:defRPr sz="3300" b="1">
                <a:solidFill>
                  <a:srgbClr val="0B2341"/>
                </a:solidFill>
                <a:latin typeface="Arial"/>
                <a:ea typeface="Arial"/>
                <a:cs typeface="Arial"/>
              </a:defRPr>
            </a:lvl4pPr>
            <a:lvl5pPr>
              <a:buNone/>
              <a:defRPr sz="3300" b="1">
                <a:solidFill>
                  <a:srgbClr val="0B2341"/>
                </a:solidFill>
                <a:latin typeface="Arial"/>
                <a:ea typeface="Arial"/>
                <a:cs typeface="Arial"/>
              </a:defRPr>
            </a:lvl5pPr>
            <a:lvl6pPr>
              <a:buNone/>
              <a:defRPr sz="3300" b="1">
                <a:solidFill>
                  <a:srgbClr val="0B2341"/>
                </a:solidFill>
                <a:latin typeface="Arial"/>
                <a:ea typeface="Arial"/>
                <a:cs typeface="Arial"/>
              </a:defRPr>
            </a:lvl6pPr>
            <a:lvl7pPr>
              <a:buNone/>
              <a:defRPr sz="3300" b="1">
                <a:solidFill>
                  <a:srgbClr val="0B2341"/>
                </a:solidFill>
                <a:latin typeface="Arial"/>
                <a:ea typeface="Arial"/>
                <a:cs typeface="Arial"/>
              </a:defRPr>
            </a:lvl7pPr>
            <a:lvl8pPr>
              <a:buNone/>
              <a:defRPr sz="3300" b="1">
                <a:solidFill>
                  <a:srgbClr val="0B2341"/>
                </a:solidFill>
                <a:latin typeface="Arial"/>
                <a:ea typeface="Arial"/>
                <a:cs typeface="Arial"/>
              </a:defRPr>
            </a:lvl8pPr>
            <a:lvl9pPr>
              <a:buNone/>
              <a:defRPr sz="3300" b="1">
                <a:solidFill>
                  <a:srgbClr val="0B2341"/>
                </a:solidFill>
                <a:latin typeface="Arial"/>
                <a:ea typeface="Arial"/>
                <a:cs typeface="Arial"/>
              </a:defRPr>
            </a:lvl9pPr>
          </a:lstStyle>
          <a:p xmlns:a="http://schemas.openxmlformats.org/drawingml/2006/main">
            <a:pPr>
              <a:buNone/>
              <a:defRPr sz="3300" b="1">
                <a:solidFill>
                  <a:srgbClr val="0B2341"/>
                </a:solidFill>
                <a:latin typeface="Arial"/>
                <a:ea typeface="Arial"/>
                <a:cs typeface="Arial"/>
              </a:defRPr>
            </a:pPr>
            <a:r>
              <a:rPr sz="3300" b="1">
                <a:solidFill>
                  <a:srgbClr val="0B2341"/>
                </a:solidFill>
                <a:latin typeface="Arial"/>
                <a:ea typeface="Arial"/>
                <a:cs typeface="Arial"/>
              </a:rPr>
              <a:t>Career directions and visible gaps</a:t>
            </a:r>
          </a:p>
        </p:txBody>
      </p:sp>
      <p:sp>
        <p:nvSpPr>
          <p:cNvPr id="4" name="Video 1:10 - 1:55">
            <a:extLst xmlns:a="http://schemas.openxmlformats.org/drawingml/2006/main">
              <a:ext uri="{FF2B5EF4-FFF2-40B4-BE49-F238E27FC236}">
                <a16:creationId xmlns:a16="http://schemas.microsoft.com/office/drawing/2014/main" id="{9DDD5BAF-A344-4CED-935C-EFE37FB73193}"/>
              </a:ext>
            </a:extLst>
          </p:cNvPr>
          <p:cNvSpPr>
            <a:spLocks xmlns:a="http://schemas.openxmlformats.org/drawingml/2006/main" noGrp="1"/>
          </p:cNvSpPr>
          <p:nvPr/>
        </p:nvSpPr>
        <p:spPr>
          <a:xfrm xmlns:a="http://schemas.openxmlformats.org/drawingml/2006/main">
            <a:off x="609600" y="647700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0758B"/>
                </a:solidFill>
                <a:latin typeface="Arial"/>
                <a:ea typeface="Arial"/>
                <a:cs typeface="Arial"/>
              </a:defRPr>
            </a:defPPr>
            <a:lvl1pPr>
              <a:buNone/>
              <a:defRPr sz="1275" b="0">
                <a:solidFill>
                  <a:srgbClr val="60758B"/>
                </a:solidFill>
                <a:latin typeface="Arial"/>
                <a:ea typeface="Arial"/>
                <a:cs typeface="Arial"/>
              </a:defRPr>
            </a:lvl1pPr>
            <a:lvl2pPr>
              <a:buNone/>
              <a:defRPr sz="1275" b="0">
                <a:solidFill>
                  <a:srgbClr val="60758B"/>
                </a:solidFill>
                <a:latin typeface="Arial"/>
                <a:ea typeface="Arial"/>
                <a:cs typeface="Arial"/>
              </a:defRPr>
            </a:lvl2pPr>
            <a:lvl3pPr>
              <a:buNone/>
              <a:defRPr sz="1275" b="0">
                <a:solidFill>
                  <a:srgbClr val="60758B"/>
                </a:solidFill>
                <a:latin typeface="Arial"/>
                <a:ea typeface="Arial"/>
                <a:cs typeface="Arial"/>
              </a:defRPr>
            </a:lvl3pPr>
            <a:lvl4pPr>
              <a:buNone/>
              <a:defRPr sz="1275" b="0">
                <a:solidFill>
                  <a:srgbClr val="60758B"/>
                </a:solidFill>
                <a:latin typeface="Arial"/>
                <a:ea typeface="Arial"/>
                <a:cs typeface="Arial"/>
              </a:defRPr>
            </a:lvl4pPr>
            <a:lvl5pPr>
              <a:buNone/>
              <a:defRPr sz="1275" b="0">
                <a:solidFill>
                  <a:srgbClr val="60758B"/>
                </a:solidFill>
                <a:latin typeface="Arial"/>
                <a:ea typeface="Arial"/>
                <a:cs typeface="Arial"/>
              </a:defRPr>
            </a:lvl5pPr>
            <a:lvl6pPr>
              <a:buNone/>
              <a:defRPr sz="1275" b="0">
                <a:solidFill>
                  <a:srgbClr val="60758B"/>
                </a:solidFill>
                <a:latin typeface="Arial"/>
                <a:ea typeface="Arial"/>
                <a:cs typeface="Arial"/>
              </a:defRPr>
            </a:lvl6pPr>
            <a:lvl7pPr>
              <a:buNone/>
              <a:defRPr sz="1275" b="0">
                <a:solidFill>
                  <a:srgbClr val="60758B"/>
                </a:solidFill>
                <a:latin typeface="Arial"/>
                <a:ea typeface="Arial"/>
                <a:cs typeface="Arial"/>
              </a:defRPr>
            </a:lvl7pPr>
            <a:lvl8pPr>
              <a:buNone/>
              <a:defRPr sz="1275" b="0">
                <a:solidFill>
                  <a:srgbClr val="60758B"/>
                </a:solidFill>
                <a:latin typeface="Arial"/>
                <a:ea typeface="Arial"/>
                <a:cs typeface="Arial"/>
              </a:defRPr>
            </a:lvl8pPr>
            <a:lvl9pPr>
              <a:buNone/>
              <a:defRPr sz="1275" b="0">
                <a:solidFill>
                  <a:srgbClr val="60758B"/>
                </a:solidFill>
                <a:latin typeface="Arial"/>
                <a:ea typeface="Arial"/>
                <a:cs typeface="Arial"/>
              </a:defRPr>
            </a:lvl9pPr>
          </a:lstStyle>
          <a:p xmlns:a="http://schemas.openxmlformats.org/drawingml/2006/main">
            <a:pPr>
              <a:buNone/>
              <a:defRPr sz="1275" b="0">
                <a:solidFill>
                  <a:srgbClr val="60758B"/>
                </a:solidFill>
                <a:latin typeface="Arial"/>
                <a:ea typeface="Arial"/>
                <a:cs typeface="Arial"/>
              </a:defRPr>
            </a:pPr>
            <a:r>
              <a:rPr sz="1275" b="0">
                <a:solidFill>
                  <a:srgbClr val="60758B"/>
                </a:solidFill>
                <a:latin typeface="Arial"/>
                <a:ea typeface="Arial"/>
                <a:cs typeface="Arial"/>
              </a:rPr>
              <a:t>Video 1:10 - 1:55</a:t>
            </a:r>
          </a:p>
        </p:txBody>
      </p:sp>
      <p:sp>
        <p:nvSpPr>
          <p:cNvPr id="5" name="4 / 5">
            <a:extLst xmlns:a="http://schemas.openxmlformats.org/drawingml/2006/main">
              <a:ext uri="{FF2B5EF4-FFF2-40B4-BE49-F238E27FC236}">
                <a16:creationId xmlns:a16="http://schemas.microsoft.com/office/drawing/2014/main" id="{165721FF-82E6-4CED-8E53-FBF68B45CB33}"/>
              </a:ext>
            </a:extLst>
          </p:cNvPr>
          <p:cNvSpPr>
            <a:spLocks xmlns:a="http://schemas.openxmlformats.org/drawingml/2006/main" noGrp="1"/>
          </p:cNvSpPr>
          <p:nvPr/>
        </p:nvSpPr>
        <p:spPr>
          <a:xfrm xmlns:a="http://schemas.openxmlformats.org/drawingml/2006/main">
            <a:off x="609600" y="2257425"/>
            <a:ext cx="4000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800" b="1">
                <a:solidFill>
                  <a:srgbClr val="245BF3"/>
                </a:solidFill>
                <a:latin typeface="Arial"/>
                <a:ea typeface="Arial"/>
                <a:cs typeface="Arial"/>
              </a:defRPr>
            </a:defPPr>
            <a:lvl1pPr>
              <a:buNone/>
              <a:defRPr sz="7800" b="1">
                <a:solidFill>
                  <a:srgbClr val="245BF3"/>
                </a:solidFill>
                <a:latin typeface="Arial"/>
                <a:ea typeface="Arial"/>
                <a:cs typeface="Arial"/>
              </a:defRPr>
            </a:lvl1pPr>
            <a:lvl2pPr>
              <a:buNone/>
              <a:defRPr sz="7800" b="1">
                <a:solidFill>
                  <a:srgbClr val="245BF3"/>
                </a:solidFill>
                <a:latin typeface="Arial"/>
                <a:ea typeface="Arial"/>
                <a:cs typeface="Arial"/>
              </a:defRPr>
            </a:lvl2pPr>
            <a:lvl3pPr>
              <a:buNone/>
              <a:defRPr sz="7800" b="1">
                <a:solidFill>
                  <a:srgbClr val="245BF3"/>
                </a:solidFill>
                <a:latin typeface="Arial"/>
                <a:ea typeface="Arial"/>
                <a:cs typeface="Arial"/>
              </a:defRPr>
            </a:lvl3pPr>
            <a:lvl4pPr>
              <a:buNone/>
              <a:defRPr sz="7800" b="1">
                <a:solidFill>
                  <a:srgbClr val="245BF3"/>
                </a:solidFill>
                <a:latin typeface="Arial"/>
                <a:ea typeface="Arial"/>
                <a:cs typeface="Arial"/>
              </a:defRPr>
            </a:lvl4pPr>
            <a:lvl5pPr>
              <a:buNone/>
              <a:defRPr sz="7800" b="1">
                <a:solidFill>
                  <a:srgbClr val="245BF3"/>
                </a:solidFill>
                <a:latin typeface="Arial"/>
                <a:ea typeface="Arial"/>
                <a:cs typeface="Arial"/>
              </a:defRPr>
            </a:lvl5pPr>
            <a:lvl6pPr>
              <a:buNone/>
              <a:defRPr sz="7800" b="1">
                <a:solidFill>
                  <a:srgbClr val="245BF3"/>
                </a:solidFill>
                <a:latin typeface="Arial"/>
                <a:ea typeface="Arial"/>
                <a:cs typeface="Arial"/>
              </a:defRPr>
            </a:lvl6pPr>
            <a:lvl7pPr>
              <a:buNone/>
              <a:defRPr sz="7800" b="1">
                <a:solidFill>
                  <a:srgbClr val="245BF3"/>
                </a:solidFill>
                <a:latin typeface="Arial"/>
                <a:ea typeface="Arial"/>
                <a:cs typeface="Arial"/>
              </a:defRPr>
            </a:lvl7pPr>
            <a:lvl8pPr>
              <a:buNone/>
              <a:defRPr sz="7800" b="1">
                <a:solidFill>
                  <a:srgbClr val="245BF3"/>
                </a:solidFill>
                <a:latin typeface="Arial"/>
                <a:ea typeface="Arial"/>
                <a:cs typeface="Arial"/>
              </a:defRPr>
            </a:lvl8pPr>
            <a:lvl9pPr>
              <a:buNone/>
              <a:defRPr sz="7800" b="1">
                <a:solidFill>
                  <a:srgbClr val="245BF3"/>
                </a:solidFill>
                <a:latin typeface="Arial"/>
                <a:ea typeface="Arial"/>
                <a:cs typeface="Arial"/>
              </a:defRPr>
            </a:lvl9pPr>
          </a:lstStyle>
          <a:p xmlns:a="http://schemas.openxmlformats.org/drawingml/2006/main">
            <a:pPr>
              <a:buNone/>
              <a:defRPr sz="7800" b="1">
                <a:solidFill>
                  <a:srgbClr val="245BF3"/>
                </a:solidFill>
                <a:latin typeface="Arial"/>
                <a:ea typeface="Arial"/>
                <a:cs typeface="Arial"/>
              </a:defRPr>
            </a:pPr>
            <a:r>
              <a:rPr sz="7800" b="1">
                <a:solidFill>
                  <a:srgbClr val="245BF3"/>
                </a:solidFill>
                <a:latin typeface="Arial"/>
                <a:ea typeface="Arial"/>
                <a:cs typeface="Arial"/>
              </a:rPr>
              <a:t>4 / 5</a:t>
            </a:r>
          </a:p>
        </p:txBody>
      </p:sp>
      <p:sp>
        <p:nvSpPr>
          <p:cNvPr id="6" name="Required skills covered in the prototype mapping">
            <a:extLst xmlns:a="http://schemas.openxmlformats.org/drawingml/2006/main">
              <a:ext uri="{FF2B5EF4-FFF2-40B4-BE49-F238E27FC236}">
                <a16:creationId xmlns:a16="http://schemas.microsoft.com/office/drawing/2014/main" id="{B5DCE389-C9D5-4C9B-B619-FFEAD9FE72FA}"/>
              </a:ext>
            </a:extLst>
          </p:cNvPr>
          <p:cNvSpPr>
            <a:spLocks xmlns:a="http://schemas.openxmlformats.org/drawingml/2006/main" noGrp="1"/>
          </p:cNvSpPr>
          <p:nvPr/>
        </p:nvSpPr>
        <p:spPr>
          <a:xfrm xmlns:a="http://schemas.openxmlformats.org/drawingml/2006/main">
            <a:off x="609600" y="369570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B2341"/>
                </a:solidFill>
                <a:latin typeface="Arial"/>
                <a:ea typeface="Arial"/>
                <a:cs typeface="Arial"/>
              </a:defRPr>
            </a:defPPr>
            <a:lvl1pPr>
              <a:buNone/>
              <a:defRPr sz="2325" b="1">
                <a:solidFill>
                  <a:srgbClr val="0B2341"/>
                </a:solidFill>
                <a:latin typeface="Arial"/>
                <a:ea typeface="Arial"/>
                <a:cs typeface="Arial"/>
              </a:defRPr>
            </a:lvl1pPr>
            <a:lvl2pPr>
              <a:buNone/>
              <a:defRPr sz="2325" b="1">
                <a:solidFill>
                  <a:srgbClr val="0B2341"/>
                </a:solidFill>
                <a:latin typeface="Arial"/>
                <a:ea typeface="Arial"/>
                <a:cs typeface="Arial"/>
              </a:defRPr>
            </a:lvl2pPr>
            <a:lvl3pPr>
              <a:buNone/>
              <a:defRPr sz="2325" b="1">
                <a:solidFill>
                  <a:srgbClr val="0B2341"/>
                </a:solidFill>
                <a:latin typeface="Arial"/>
                <a:ea typeface="Arial"/>
                <a:cs typeface="Arial"/>
              </a:defRPr>
            </a:lvl3pPr>
            <a:lvl4pPr>
              <a:buNone/>
              <a:defRPr sz="2325" b="1">
                <a:solidFill>
                  <a:srgbClr val="0B2341"/>
                </a:solidFill>
                <a:latin typeface="Arial"/>
                <a:ea typeface="Arial"/>
                <a:cs typeface="Arial"/>
              </a:defRPr>
            </a:lvl4pPr>
            <a:lvl5pPr>
              <a:buNone/>
              <a:defRPr sz="2325" b="1">
                <a:solidFill>
                  <a:srgbClr val="0B2341"/>
                </a:solidFill>
                <a:latin typeface="Arial"/>
                <a:ea typeface="Arial"/>
                <a:cs typeface="Arial"/>
              </a:defRPr>
            </a:lvl5pPr>
            <a:lvl6pPr>
              <a:buNone/>
              <a:defRPr sz="2325" b="1">
                <a:solidFill>
                  <a:srgbClr val="0B2341"/>
                </a:solidFill>
                <a:latin typeface="Arial"/>
                <a:ea typeface="Arial"/>
                <a:cs typeface="Arial"/>
              </a:defRPr>
            </a:lvl6pPr>
            <a:lvl7pPr>
              <a:buNone/>
              <a:defRPr sz="2325" b="1">
                <a:solidFill>
                  <a:srgbClr val="0B2341"/>
                </a:solidFill>
                <a:latin typeface="Arial"/>
                <a:ea typeface="Arial"/>
                <a:cs typeface="Arial"/>
              </a:defRPr>
            </a:lvl7pPr>
            <a:lvl8pPr>
              <a:buNone/>
              <a:defRPr sz="2325" b="1">
                <a:solidFill>
                  <a:srgbClr val="0B2341"/>
                </a:solidFill>
                <a:latin typeface="Arial"/>
                <a:ea typeface="Arial"/>
                <a:cs typeface="Arial"/>
              </a:defRPr>
            </a:lvl8pPr>
            <a:lvl9pPr>
              <a:buNone/>
              <a:defRPr sz="2325" b="1">
                <a:solidFill>
                  <a:srgbClr val="0B2341"/>
                </a:solidFill>
                <a:latin typeface="Arial"/>
                <a:ea typeface="Arial"/>
                <a:cs typeface="Arial"/>
              </a:defRPr>
            </a:lvl9pPr>
          </a:lstStyle>
          <a:p xmlns:a="http://schemas.openxmlformats.org/drawingml/2006/main">
            <a:pPr>
              <a:buNone/>
              <a:defRPr sz="2325" b="1">
                <a:solidFill>
                  <a:srgbClr val="0B2341"/>
                </a:solidFill>
                <a:latin typeface="Arial"/>
                <a:ea typeface="Arial"/>
                <a:cs typeface="Arial"/>
              </a:defRPr>
            </a:pPr>
            <a:r>
              <a:rPr sz="2325" b="1">
                <a:solidFill>
                  <a:srgbClr val="0B2341"/>
                </a:solidFill>
                <a:latin typeface="Arial"/>
                <a:ea typeface="Arial"/>
                <a:cs typeface="Arial"/>
              </a:rPr>
              <a:t>Required skills covered</a:t>
            </a:r>
          </a:p>
          <a:p xmlns:a="http://schemas.openxmlformats.org/drawingml/2006/main">
            <a:pPr>
              <a:buNone/>
              <a:defRPr sz="2325" b="1">
                <a:solidFill>
                  <a:srgbClr val="0B2341"/>
                </a:solidFill>
                <a:latin typeface="Arial"/>
                <a:ea typeface="Arial"/>
                <a:cs typeface="Arial"/>
              </a:defRPr>
            </a:pPr>
            <a:r>
              <a:rPr sz="2325" b="1">
                <a:solidFill>
                  <a:srgbClr val="0B2341"/>
                </a:solidFill>
                <a:latin typeface="Arial"/>
                <a:ea typeface="Arial"/>
                <a:cs typeface="Arial"/>
              </a:rPr>
              <a:t>in the prototype mapping</a:t>
            </a:r>
          </a:p>
        </p:txBody>
      </p:sp>
      <p:sp>
        <p:nvSpPr>
          <p:cNvPr id="7" name="Management Analyst">
            <a:extLst xmlns:a="http://schemas.openxmlformats.org/drawingml/2006/main">
              <a:ext uri="{FF2B5EF4-FFF2-40B4-BE49-F238E27FC236}">
                <a16:creationId xmlns:a16="http://schemas.microsoft.com/office/drawing/2014/main" id="{500DB6D0-1840-4BBB-876F-05D9581F817F}"/>
              </a:ext>
            </a:extLst>
          </p:cNvPr>
          <p:cNvSpPr>
            <a:spLocks xmlns:a="http://schemas.openxmlformats.org/drawingml/2006/main" noGrp="1"/>
          </p:cNvSpPr>
          <p:nvPr/>
        </p:nvSpPr>
        <p:spPr>
          <a:xfrm xmlns:a="http://schemas.openxmlformats.org/drawingml/2006/main">
            <a:off x="5486400" y="2238375"/>
            <a:ext cx="609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0B2341"/>
                </a:solidFill>
                <a:latin typeface="Arial"/>
                <a:ea typeface="Arial"/>
                <a:cs typeface="Arial"/>
              </a:defRPr>
            </a:defPPr>
            <a:lvl1pPr>
              <a:buNone/>
              <a:defRPr sz="2700" b="1">
                <a:solidFill>
                  <a:srgbClr val="0B2341"/>
                </a:solidFill>
                <a:latin typeface="Arial"/>
                <a:ea typeface="Arial"/>
                <a:cs typeface="Arial"/>
              </a:defRPr>
            </a:lvl1pPr>
            <a:lvl2pPr>
              <a:buNone/>
              <a:defRPr sz="2700" b="1">
                <a:solidFill>
                  <a:srgbClr val="0B2341"/>
                </a:solidFill>
                <a:latin typeface="Arial"/>
                <a:ea typeface="Arial"/>
                <a:cs typeface="Arial"/>
              </a:defRPr>
            </a:lvl2pPr>
            <a:lvl3pPr>
              <a:buNone/>
              <a:defRPr sz="2700" b="1">
                <a:solidFill>
                  <a:srgbClr val="0B2341"/>
                </a:solidFill>
                <a:latin typeface="Arial"/>
                <a:ea typeface="Arial"/>
                <a:cs typeface="Arial"/>
              </a:defRPr>
            </a:lvl3pPr>
            <a:lvl4pPr>
              <a:buNone/>
              <a:defRPr sz="2700" b="1">
                <a:solidFill>
                  <a:srgbClr val="0B2341"/>
                </a:solidFill>
                <a:latin typeface="Arial"/>
                <a:ea typeface="Arial"/>
                <a:cs typeface="Arial"/>
              </a:defRPr>
            </a:lvl4pPr>
            <a:lvl5pPr>
              <a:buNone/>
              <a:defRPr sz="2700" b="1">
                <a:solidFill>
                  <a:srgbClr val="0B2341"/>
                </a:solidFill>
                <a:latin typeface="Arial"/>
                <a:ea typeface="Arial"/>
                <a:cs typeface="Arial"/>
              </a:defRPr>
            </a:lvl5pPr>
            <a:lvl6pPr>
              <a:buNone/>
              <a:defRPr sz="2700" b="1">
                <a:solidFill>
                  <a:srgbClr val="0B2341"/>
                </a:solidFill>
                <a:latin typeface="Arial"/>
                <a:ea typeface="Arial"/>
                <a:cs typeface="Arial"/>
              </a:defRPr>
            </a:lvl6pPr>
            <a:lvl7pPr>
              <a:buNone/>
              <a:defRPr sz="2700" b="1">
                <a:solidFill>
                  <a:srgbClr val="0B2341"/>
                </a:solidFill>
                <a:latin typeface="Arial"/>
                <a:ea typeface="Arial"/>
                <a:cs typeface="Arial"/>
              </a:defRPr>
            </a:lvl7pPr>
            <a:lvl8pPr>
              <a:buNone/>
              <a:defRPr sz="2700" b="1">
                <a:solidFill>
                  <a:srgbClr val="0B2341"/>
                </a:solidFill>
                <a:latin typeface="Arial"/>
                <a:ea typeface="Arial"/>
                <a:cs typeface="Arial"/>
              </a:defRPr>
            </a:lvl8pPr>
            <a:lvl9pPr>
              <a:buNone/>
              <a:defRPr sz="2700" b="1">
                <a:solidFill>
                  <a:srgbClr val="0B2341"/>
                </a:solidFill>
                <a:latin typeface="Arial"/>
                <a:ea typeface="Arial"/>
                <a:cs typeface="Arial"/>
              </a:defRPr>
            </a:lvl9pPr>
          </a:lstStyle>
          <a:p xmlns:a="http://schemas.openxmlformats.org/drawingml/2006/main">
            <a:pPr>
              <a:buNone/>
              <a:defRPr sz="2700" b="1">
                <a:solidFill>
                  <a:srgbClr val="0B2341"/>
                </a:solidFill>
                <a:latin typeface="Arial"/>
                <a:ea typeface="Arial"/>
                <a:cs typeface="Arial"/>
              </a:defRPr>
            </a:pPr>
            <a:r>
              <a:rPr sz="2700" b="1">
                <a:solidFill>
                  <a:srgbClr val="0B2341"/>
                </a:solidFill>
                <a:latin typeface="Arial"/>
                <a:ea typeface="Arial"/>
                <a:cs typeface="Arial"/>
              </a:rPr>
              <a:t>Management Analyst</a:t>
            </a:r>
          </a:p>
        </p:txBody>
      </p:sp>
      <p:pic>
        <p:nvPicPr>
          <p:cNvPr id="8" name="">
            <a:extLst xmlns:a="http://schemas.openxmlformats.org/drawingml/2006/main">
              <a:ext uri="{FF2B5EF4-FFF2-40B4-BE49-F238E27FC236}">
                <a16:creationId xmlns:a16="http://schemas.microsoft.com/office/drawing/2014/main" id="{60D86B8E-1372-46AF-B275-3E614F4271CF}"/>
              </a:ext>
            </a:extLst>
          </p:cNvPr>
          <p:cNvPicPr>
            <a:picLocks xmlns:a="http://schemas.openxmlformats.org/drawingml/2006/main" noChangeAspect="1"/>
          </p:cNvPicPr>
          <p:nvPr/>
        </p:nvPicPr>
        <p:blipFill>
          <a:blip xmlns:r="http://schemas.openxmlformats.org/officeDocument/2006/relationships" xmlns:a="http://schemas.openxmlformats.org/drawingml/2006/main" r:embed="Rcf00021774a945a3"/>
          <a:stretch xmlns:a="http://schemas.openxmlformats.org/drawingml/2006/main"/>
        </p:blipFill>
        <p:spPr>
          <a:xfrm xmlns:a="http://schemas.openxmlformats.org/drawingml/2006/main">
            <a:off x="5486400" y="2972726"/>
            <a:ext cx="6096000" cy="2103173"/>
          </a:xfrm>
          <a:prstGeom xmlns:a="http://schemas.openxmlformats.org/drawingml/2006/main" prst="rect">
            <a:avLst/>
          </a:prstGeom>
        </p:spPr>
      </p:pic>
      <p:sp>
        <p:nvSpPr>
          <p:cNvPr id="9" name="8 directions, with explanations">
            <a:extLst xmlns:a="http://schemas.openxmlformats.org/drawingml/2006/main">
              <a:ext uri="{FF2B5EF4-FFF2-40B4-BE49-F238E27FC236}">
                <a16:creationId xmlns:a16="http://schemas.microsoft.com/office/drawing/2014/main" id="{35EC12B2-D567-429E-8BB0-6384A197AF88}"/>
              </a:ext>
            </a:extLst>
          </p:cNvPr>
          <p:cNvSpPr>
            <a:spLocks xmlns:a="http://schemas.openxmlformats.org/drawingml/2006/main" noGrp="1"/>
          </p:cNvSpPr>
          <p:nvPr/>
        </p:nvSpPr>
        <p:spPr>
          <a:xfrm xmlns:a="http://schemas.openxmlformats.org/drawingml/2006/main">
            <a:off x="5486400" y="5410200"/>
            <a:ext cx="609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45BF3"/>
                </a:solidFill>
                <a:latin typeface="Arial"/>
                <a:ea typeface="Arial"/>
                <a:cs typeface="Arial"/>
              </a:defRPr>
            </a:defPPr>
            <a:lvl1pPr>
              <a:buNone/>
              <a:defRPr sz="2100" b="1">
                <a:solidFill>
                  <a:srgbClr val="245BF3"/>
                </a:solidFill>
                <a:latin typeface="Arial"/>
                <a:ea typeface="Arial"/>
                <a:cs typeface="Arial"/>
              </a:defRPr>
            </a:lvl1pPr>
            <a:lvl2pPr>
              <a:buNone/>
              <a:defRPr sz="2100" b="1">
                <a:solidFill>
                  <a:srgbClr val="245BF3"/>
                </a:solidFill>
                <a:latin typeface="Arial"/>
                <a:ea typeface="Arial"/>
                <a:cs typeface="Arial"/>
              </a:defRPr>
            </a:lvl2pPr>
            <a:lvl3pPr>
              <a:buNone/>
              <a:defRPr sz="2100" b="1">
                <a:solidFill>
                  <a:srgbClr val="245BF3"/>
                </a:solidFill>
                <a:latin typeface="Arial"/>
                <a:ea typeface="Arial"/>
                <a:cs typeface="Arial"/>
              </a:defRPr>
            </a:lvl3pPr>
            <a:lvl4pPr>
              <a:buNone/>
              <a:defRPr sz="2100" b="1">
                <a:solidFill>
                  <a:srgbClr val="245BF3"/>
                </a:solidFill>
                <a:latin typeface="Arial"/>
                <a:ea typeface="Arial"/>
                <a:cs typeface="Arial"/>
              </a:defRPr>
            </a:lvl4pPr>
            <a:lvl5pPr>
              <a:buNone/>
              <a:defRPr sz="2100" b="1">
                <a:solidFill>
                  <a:srgbClr val="245BF3"/>
                </a:solidFill>
                <a:latin typeface="Arial"/>
                <a:ea typeface="Arial"/>
                <a:cs typeface="Arial"/>
              </a:defRPr>
            </a:lvl5pPr>
            <a:lvl6pPr>
              <a:buNone/>
              <a:defRPr sz="2100" b="1">
                <a:solidFill>
                  <a:srgbClr val="245BF3"/>
                </a:solidFill>
                <a:latin typeface="Arial"/>
                <a:ea typeface="Arial"/>
                <a:cs typeface="Arial"/>
              </a:defRPr>
            </a:lvl6pPr>
            <a:lvl7pPr>
              <a:buNone/>
              <a:defRPr sz="2100" b="1">
                <a:solidFill>
                  <a:srgbClr val="245BF3"/>
                </a:solidFill>
                <a:latin typeface="Arial"/>
                <a:ea typeface="Arial"/>
                <a:cs typeface="Arial"/>
              </a:defRPr>
            </a:lvl7pPr>
            <a:lvl8pPr>
              <a:buNone/>
              <a:defRPr sz="2100" b="1">
                <a:solidFill>
                  <a:srgbClr val="245BF3"/>
                </a:solidFill>
                <a:latin typeface="Arial"/>
                <a:ea typeface="Arial"/>
                <a:cs typeface="Arial"/>
              </a:defRPr>
            </a:lvl8pPr>
            <a:lvl9pPr>
              <a:buNone/>
              <a:defRPr sz="2100" b="1">
                <a:solidFill>
                  <a:srgbClr val="245BF3"/>
                </a:solidFill>
                <a:latin typeface="Arial"/>
                <a:ea typeface="Arial"/>
                <a:cs typeface="Arial"/>
              </a:defRPr>
            </a:lvl9pPr>
          </a:lstStyle>
          <a:p xmlns:a="http://schemas.openxmlformats.org/drawingml/2006/main">
            <a:pPr>
              <a:buNone/>
              <a:defRPr sz="2100" b="1">
                <a:solidFill>
                  <a:srgbClr val="245BF3"/>
                </a:solidFill>
                <a:latin typeface="Arial"/>
                <a:ea typeface="Arial"/>
                <a:cs typeface="Arial"/>
              </a:defRPr>
            </a:pPr>
            <a:r>
              <a:rPr sz="2100" b="1">
                <a:solidFill>
                  <a:srgbClr val="245BF3"/>
                </a:solidFill>
                <a:latin typeface="Arial"/>
                <a:ea typeface="Arial"/>
                <a:cs typeface="Arial"/>
              </a:rPr>
              <a:t>8 directions, with explanations</a:t>
            </a:r>
          </a:p>
        </p:txBody>
      </p:sp>
      <p:sp>
        <p:nvSpPr>
          <p:cNvPr id="10" name="A fit score guides exploration. It is not a hiring probability.">
            <a:extLst xmlns:a="http://schemas.openxmlformats.org/drawingml/2006/main">
              <a:ext uri="{FF2B5EF4-FFF2-40B4-BE49-F238E27FC236}">
                <a16:creationId xmlns:a16="http://schemas.microsoft.com/office/drawing/2014/main" id="{068F66F7-7234-4184-8CA1-1C33813F9202}"/>
              </a:ext>
            </a:extLst>
          </p:cNvPr>
          <p:cNvSpPr>
            <a:spLocks xmlns:a="http://schemas.openxmlformats.org/drawingml/2006/main" noGrp="1"/>
          </p:cNvSpPr>
          <p:nvPr/>
        </p:nvSpPr>
        <p:spPr>
          <a:xfrm xmlns:a="http://schemas.openxmlformats.org/drawingml/2006/main">
            <a:off x="609600" y="60388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60758B"/>
                </a:solidFill>
                <a:latin typeface="Arial"/>
                <a:ea typeface="Arial"/>
                <a:cs typeface="Arial"/>
              </a:defRPr>
            </a:defPPr>
            <a:lvl1pPr>
              <a:buNone/>
              <a:defRPr sz="1650" b="0">
                <a:solidFill>
                  <a:srgbClr val="60758B"/>
                </a:solidFill>
                <a:latin typeface="Arial"/>
                <a:ea typeface="Arial"/>
                <a:cs typeface="Arial"/>
              </a:defRPr>
            </a:lvl1pPr>
            <a:lvl2pPr>
              <a:buNone/>
              <a:defRPr sz="1650" b="0">
                <a:solidFill>
                  <a:srgbClr val="60758B"/>
                </a:solidFill>
                <a:latin typeface="Arial"/>
                <a:ea typeface="Arial"/>
                <a:cs typeface="Arial"/>
              </a:defRPr>
            </a:lvl2pPr>
            <a:lvl3pPr>
              <a:buNone/>
              <a:defRPr sz="1650" b="0">
                <a:solidFill>
                  <a:srgbClr val="60758B"/>
                </a:solidFill>
                <a:latin typeface="Arial"/>
                <a:ea typeface="Arial"/>
                <a:cs typeface="Arial"/>
              </a:defRPr>
            </a:lvl3pPr>
            <a:lvl4pPr>
              <a:buNone/>
              <a:defRPr sz="1650" b="0">
                <a:solidFill>
                  <a:srgbClr val="60758B"/>
                </a:solidFill>
                <a:latin typeface="Arial"/>
                <a:ea typeface="Arial"/>
                <a:cs typeface="Arial"/>
              </a:defRPr>
            </a:lvl4pPr>
            <a:lvl5pPr>
              <a:buNone/>
              <a:defRPr sz="1650" b="0">
                <a:solidFill>
                  <a:srgbClr val="60758B"/>
                </a:solidFill>
                <a:latin typeface="Arial"/>
                <a:ea typeface="Arial"/>
                <a:cs typeface="Arial"/>
              </a:defRPr>
            </a:lvl5pPr>
            <a:lvl6pPr>
              <a:buNone/>
              <a:defRPr sz="1650" b="0">
                <a:solidFill>
                  <a:srgbClr val="60758B"/>
                </a:solidFill>
                <a:latin typeface="Arial"/>
                <a:ea typeface="Arial"/>
                <a:cs typeface="Arial"/>
              </a:defRPr>
            </a:lvl6pPr>
            <a:lvl7pPr>
              <a:buNone/>
              <a:defRPr sz="1650" b="0">
                <a:solidFill>
                  <a:srgbClr val="60758B"/>
                </a:solidFill>
                <a:latin typeface="Arial"/>
                <a:ea typeface="Arial"/>
                <a:cs typeface="Arial"/>
              </a:defRPr>
            </a:lvl7pPr>
            <a:lvl8pPr>
              <a:buNone/>
              <a:defRPr sz="1650" b="0">
                <a:solidFill>
                  <a:srgbClr val="60758B"/>
                </a:solidFill>
                <a:latin typeface="Arial"/>
                <a:ea typeface="Arial"/>
                <a:cs typeface="Arial"/>
              </a:defRPr>
            </a:lvl8pPr>
            <a:lvl9pPr>
              <a:buNone/>
              <a:defRPr sz="1650" b="0">
                <a:solidFill>
                  <a:srgbClr val="60758B"/>
                </a:solidFill>
                <a:latin typeface="Arial"/>
                <a:ea typeface="Arial"/>
                <a:cs typeface="Arial"/>
              </a:defRPr>
            </a:lvl9pPr>
          </a:lstStyle>
          <a:p xmlns:a="http://schemas.openxmlformats.org/drawingml/2006/main">
            <a:pPr>
              <a:buNone/>
              <a:defRPr sz="1650" b="0">
                <a:solidFill>
                  <a:srgbClr val="60758B"/>
                </a:solidFill>
                <a:latin typeface="Arial"/>
                <a:ea typeface="Arial"/>
                <a:cs typeface="Arial"/>
              </a:defRPr>
            </a:pPr>
            <a:r>
              <a:rPr sz="1650" b="0">
                <a:solidFill>
                  <a:srgbClr val="60758B"/>
                </a:solidFill>
                <a:latin typeface="Arial"/>
                <a:ea typeface="Arial"/>
                <a:cs typeface="Arial"/>
              </a:rPr>
              <a:t>A fit score guides exploration. It is not a hiring probability.</a:t>
            </a:r>
          </a:p>
        </p:txBody>
      </p:sp>
    </p:spTree>
    <p:extLst>
      <p:ext uri="{BB962C8B-B14F-4D97-AF65-F5344CB8AC3E}">
        <p14:creationId xmlns:p14="http://schemas.microsoft.com/office/powerpoint/2010/main" val="2012179945"/>
      </p:ext>
    </p:extLst>
  </p:cSld>
</p:sld>
</file>

<file path=ppt/slides/slide4.xml><?xml version="1.0" encoding="utf-8"?>
<p:sld xmlns:p="http://schemas.openxmlformats.org/presentationml/2006/main">
  <p:cSld>
    <p:bg>
      <p:bgPr>
        <a:solidFill xmlns:a="http://schemas.openxmlformats.org/drawingml/2006/main">
          <a:srgbClr val="F3F7FC"/>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A8C9721-6BC6-4DA2-90E2-F4C2F91D832E}"/>
              </a:ext>
            </a:extLst>
          </p:cNvPr>
          <p:cNvPicPr>
            <a:picLocks xmlns:a="http://schemas.openxmlformats.org/drawingml/2006/main" noChangeAspect="1"/>
          </p:cNvPicPr>
          <p:nvPr/>
        </p:nvPicPr>
        <p:blipFill>
          <a:blip xmlns:r="http://schemas.openxmlformats.org/officeDocument/2006/relationships" xmlns:a="http://schemas.openxmlformats.org/drawingml/2006/main" r:embed="R44083e0a33e54210"/>
          <a:stretch xmlns:a="http://schemas.openxmlformats.org/drawingml/2006/main"/>
        </p:blipFill>
        <p:spPr>
          <a:xfrm xmlns:a="http://schemas.openxmlformats.org/drawingml/2006/main">
            <a:off x="621889" y="342900"/>
            <a:ext cx="1689923" cy="428625"/>
          </a:xfrm>
          <a:prstGeom xmlns:a="http://schemas.openxmlformats.org/drawingml/2006/main" prst="rect">
            <a:avLst/>
          </a:prstGeom>
        </p:spPr>
      </p:pic>
      <p:sp>
        <p:nvSpPr>
          <p:cNvPr id="2" name="04 / 08">
            <a:extLst xmlns:a="http://schemas.openxmlformats.org/drawingml/2006/main">
              <a:ext uri="{FF2B5EF4-FFF2-40B4-BE49-F238E27FC236}">
                <a16:creationId xmlns:a16="http://schemas.microsoft.com/office/drawing/2014/main" id="{E537904A-3FA5-41C2-938B-B3C8D42AE3C3}"/>
              </a:ext>
            </a:extLst>
          </p:cNvPr>
          <p:cNvSpPr>
            <a:spLocks xmlns:a="http://schemas.openxmlformats.org/drawingml/2006/main" noGrp="1"/>
          </p:cNvSpPr>
          <p:nvPr/>
        </p:nvSpPr>
        <p:spPr>
          <a:xfrm xmlns:a="http://schemas.openxmlformats.org/drawingml/2006/main">
            <a:off x="10610850" y="457200"/>
            <a:ext cx="971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0758B"/>
                </a:solidFill>
                <a:latin typeface="Arial"/>
                <a:ea typeface="Arial"/>
                <a:cs typeface="Arial"/>
              </a:defRPr>
            </a:defPPr>
            <a:lvl1pPr>
              <a:buNone/>
              <a:defRPr sz="1350" b="0">
                <a:solidFill>
                  <a:srgbClr val="60758B"/>
                </a:solidFill>
                <a:latin typeface="Arial"/>
                <a:ea typeface="Arial"/>
                <a:cs typeface="Arial"/>
              </a:defRPr>
            </a:lvl1pPr>
            <a:lvl2pPr>
              <a:buNone/>
              <a:defRPr sz="1350" b="0">
                <a:solidFill>
                  <a:srgbClr val="60758B"/>
                </a:solidFill>
                <a:latin typeface="Arial"/>
                <a:ea typeface="Arial"/>
                <a:cs typeface="Arial"/>
              </a:defRPr>
            </a:lvl2pPr>
            <a:lvl3pPr>
              <a:buNone/>
              <a:defRPr sz="1350" b="0">
                <a:solidFill>
                  <a:srgbClr val="60758B"/>
                </a:solidFill>
                <a:latin typeface="Arial"/>
                <a:ea typeface="Arial"/>
                <a:cs typeface="Arial"/>
              </a:defRPr>
            </a:lvl3pPr>
            <a:lvl4pPr>
              <a:buNone/>
              <a:defRPr sz="1350" b="0">
                <a:solidFill>
                  <a:srgbClr val="60758B"/>
                </a:solidFill>
                <a:latin typeface="Arial"/>
                <a:ea typeface="Arial"/>
                <a:cs typeface="Arial"/>
              </a:defRPr>
            </a:lvl4pPr>
            <a:lvl5pPr>
              <a:buNone/>
              <a:defRPr sz="1350" b="0">
                <a:solidFill>
                  <a:srgbClr val="60758B"/>
                </a:solidFill>
                <a:latin typeface="Arial"/>
                <a:ea typeface="Arial"/>
                <a:cs typeface="Arial"/>
              </a:defRPr>
            </a:lvl5pPr>
            <a:lvl6pPr>
              <a:buNone/>
              <a:defRPr sz="1350" b="0">
                <a:solidFill>
                  <a:srgbClr val="60758B"/>
                </a:solidFill>
                <a:latin typeface="Arial"/>
                <a:ea typeface="Arial"/>
                <a:cs typeface="Arial"/>
              </a:defRPr>
            </a:lvl6pPr>
            <a:lvl7pPr>
              <a:buNone/>
              <a:defRPr sz="1350" b="0">
                <a:solidFill>
                  <a:srgbClr val="60758B"/>
                </a:solidFill>
                <a:latin typeface="Arial"/>
                <a:ea typeface="Arial"/>
                <a:cs typeface="Arial"/>
              </a:defRPr>
            </a:lvl7pPr>
            <a:lvl8pPr>
              <a:buNone/>
              <a:defRPr sz="1350" b="0">
                <a:solidFill>
                  <a:srgbClr val="60758B"/>
                </a:solidFill>
                <a:latin typeface="Arial"/>
                <a:ea typeface="Arial"/>
                <a:cs typeface="Arial"/>
              </a:defRPr>
            </a:lvl8pPr>
            <a:lvl9pPr>
              <a:buNone/>
              <a:defRPr sz="1350" b="0">
                <a:solidFill>
                  <a:srgbClr val="60758B"/>
                </a:solidFill>
                <a:latin typeface="Arial"/>
                <a:ea typeface="Arial"/>
                <a:cs typeface="Arial"/>
              </a:defRPr>
            </a:lvl9pPr>
          </a:lstStyle>
          <a:p xmlns:a="http://schemas.openxmlformats.org/drawingml/2006/main">
            <a:pPr>
              <a:buNone/>
              <a:defRPr sz="1350" b="0">
                <a:solidFill>
                  <a:srgbClr val="60758B"/>
                </a:solidFill>
                <a:latin typeface="Arial"/>
                <a:ea typeface="Arial"/>
                <a:cs typeface="Arial"/>
              </a:defRPr>
            </a:pPr>
            <a:r>
              <a:rPr sz="1350" b="0">
                <a:solidFill>
                  <a:srgbClr val="60758B"/>
                </a:solidFill>
                <a:latin typeface="Arial"/>
                <a:ea typeface="Arial"/>
                <a:cs typeface="Arial"/>
              </a:rPr>
              <a:t>04 / 08</a:t>
            </a:r>
          </a:p>
        </p:txBody>
      </p:sp>
      <p:sp>
        <p:nvSpPr>
          <p:cNvPr id="3" name="A plan that fits the week">
            <a:extLst xmlns:a="http://schemas.openxmlformats.org/drawingml/2006/main">
              <a:ext uri="{FF2B5EF4-FFF2-40B4-BE49-F238E27FC236}">
                <a16:creationId xmlns:a16="http://schemas.microsoft.com/office/drawing/2014/main" id="{5434080E-67BF-4349-8FA2-352DC329D91E}"/>
              </a:ext>
            </a:extLst>
          </p:cNvPr>
          <p:cNvSpPr>
            <a:spLocks xmlns:a="http://schemas.openxmlformats.org/drawingml/2006/main" noGrp="1"/>
          </p:cNvSpPr>
          <p:nvPr/>
        </p:nvSpPr>
        <p:spPr>
          <a:xfrm xmlns:a="http://schemas.openxmlformats.org/drawingml/2006/main">
            <a:off x="609600" y="10763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B2341"/>
                </a:solidFill>
                <a:latin typeface="Arial"/>
                <a:ea typeface="Arial"/>
                <a:cs typeface="Arial"/>
              </a:defRPr>
            </a:defPPr>
            <a:lvl1pPr>
              <a:buNone/>
              <a:defRPr sz="3300" b="1">
                <a:solidFill>
                  <a:srgbClr val="0B2341"/>
                </a:solidFill>
                <a:latin typeface="Arial"/>
                <a:ea typeface="Arial"/>
                <a:cs typeface="Arial"/>
              </a:defRPr>
            </a:lvl1pPr>
            <a:lvl2pPr>
              <a:buNone/>
              <a:defRPr sz="3300" b="1">
                <a:solidFill>
                  <a:srgbClr val="0B2341"/>
                </a:solidFill>
                <a:latin typeface="Arial"/>
                <a:ea typeface="Arial"/>
                <a:cs typeface="Arial"/>
              </a:defRPr>
            </a:lvl2pPr>
            <a:lvl3pPr>
              <a:buNone/>
              <a:defRPr sz="3300" b="1">
                <a:solidFill>
                  <a:srgbClr val="0B2341"/>
                </a:solidFill>
                <a:latin typeface="Arial"/>
                <a:ea typeface="Arial"/>
                <a:cs typeface="Arial"/>
              </a:defRPr>
            </a:lvl3pPr>
            <a:lvl4pPr>
              <a:buNone/>
              <a:defRPr sz="3300" b="1">
                <a:solidFill>
                  <a:srgbClr val="0B2341"/>
                </a:solidFill>
                <a:latin typeface="Arial"/>
                <a:ea typeface="Arial"/>
                <a:cs typeface="Arial"/>
              </a:defRPr>
            </a:lvl4pPr>
            <a:lvl5pPr>
              <a:buNone/>
              <a:defRPr sz="3300" b="1">
                <a:solidFill>
                  <a:srgbClr val="0B2341"/>
                </a:solidFill>
                <a:latin typeface="Arial"/>
                <a:ea typeface="Arial"/>
                <a:cs typeface="Arial"/>
              </a:defRPr>
            </a:lvl5pPr>
            <a:lvl6pPr>
              <a:buNone/>
              <a:defRPr sz="3300" b="1">
                <a:solidFill>
                  <a:srgbClr val="0B2341"/>
                </a:solidFill>
                <a:latin typeface="Arial"/>
                <a:ea typeface="Arial"/>
                <a:cs typeface="Arial"/>
              </a:defRPr>
            </a:lvl6pPr>
            <a:lvl7pPr>
              <a:buNone/>
              <a:defRPr sz="3300" b="1">
                <a:solidFill>
                  <a:srgbClr val="0B2341"/>
                </a:solidFill>
                <a:latin typeface="Arial"/>
                <a:ea typeface="Arial"/>
                <a:cs typeface="Arial"/>
              </a:defRPr>
            </a:lvl7pPr>
            <a:lvl8pPr>
              <a:buNone/>
              <a:defRPr sz="3300" b="1">
                <a:solidFill>
                  <a:srgbClr val="0B2341"/>
                </a:solidFill>
                <a:latin typeface="Arial"/>
                <a:ea typeface="Arial"/>
                <a:cs typeface="Arial"/>
              </a:defRPr>
            </a:lvl8pPr>
            <a:lvl9pPr>
              <a:buNone/>
              <a:defRPr sz="3300" b="1">
                <a:solidFill>
                  <a:srgbClr val="0B2341"/>
                </a:solidFill>
                <a:latin typeface="Arial"/>
                <a:ea typeface="Arial"/>
                <a:cs typeface="Arial"/>
              </a:defRPr>
            </a:lvl9pPr>
          </a:lstStyle>
          <a:p xmlns:a="http://schemas.openxmlformats.org/drawingml/2006/main">
            <a:pPr>
              <a:buNone/>
              <a:defRPr sz="3300" b="1">
                <a:solidFill>
                  <a:srgbClr val="0B2341"/>
                </a:solidFill>
                <a:latin typeface="Arial"/>
                <a:ea typeface="Arial"/>
                <a:cs typeface="Arial"/>
              </a:defRPr>
            </a:pPr>
            <a:r>
              <a:rPr sz="3300" b="1">
                <a:solidFill>
                  <a:srgbClr val="0B2341"/>
                </a:solidFill>
                <a:latin typeface="Arial"/>
                <a:ea typeface="Arial"/>
                <a:cs typeface="Arial"/>
              </a:rPr>
              <a:t>A plan that fits the week</a:t>
            </a:r>
          </a:p>
        </p:txBody>
      </p:sp>
      <p:sp>
        <p:nvSpPr>
          <p:cNvPr id="4" name="Video 1:55 - 2:35">
            <a:extLst xmlns:a="http://schemas.openxmlformats.org/drawingml/2006/main">
              <a:ext uri="{FF2B5EF4-FFF2-40B4-BE49-F238E27FC236}">
                <a16:creationId xmlns:a16="http://schemas.microsoft.com/office/drawing/2014/main" id="{56D9CD00-A13F-427B-A8C9-6A6FBF7C1AC8}"/>
              </a:ext>
            </a:extLst>
          </p:cNvPr>
          <p:cNvSpPr>
            <a:spLocks xmlns:a="http://schemas.openxmlformats.org/drawingml/2006/main" noGrp="1"/>
          </p:cNvSpPr>
          <p:nvPr/>
        </p:nvSpPr>
        <p:spPr>
          <a:xfrm xmlns:a="http://schemas.openxmlformats.org/drawingml/2006/main">
            <a:off x="609600" y="647700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0758B"/>
                </a:solidFill>
                <a:latin typeface="Arial"/>
                <a:ea typeface="Arial"/>
                <a:cs typeface="Arial"/>
              </a:defRPr>
            </a:defPPr>
            <a:lvl1pPr>
              <a:buNone/>
              <a:defRPr sz="1275" b="0">
                <a:solidFill>
                  <a:srgbClr val="60758B"/>
                </a:solidFill>
                <a:latin typeface="Arial"/>
                <a:ea typeface="Arial"/>
                <a:cs typeface="Arial"/>
              </a:defRPr>
            </a:lvl1pPr>
            <a:lvl2pPr>
              <a:buNone/>
              <a:defRPr sz="1275" b="0">
                <a:solidFill>
                  <a:srgbClr val="60758B"/>
                </a:solidFill>
                <a:latin typeface="Arial"/>
                <a:ea typeface="Arial"/>
                <a:cs typeface="Arial"/>
              </a:defRPr>
            </a:lvl2pPr>
            <a:lvl3pPr>
              <a:buNone/>
              <a:defRPr sz="1275" b="0">
                <a:solidFill>
                  <a:srgbClr val="60758B"/>
                </a:solidFill>
                <a:latin typeface="Arial"/>
                <a:ea typeface="Arial"/>
                <a:cs typeface="Arial"/>
              </a:defRPr>
            </a:lvl3pPr>
            <a:lvl4pPr>
              <a:buNone/>
              <a:defRPr sz="1275" b="0">
                <a:solidFill>
                  <a:srgbClr val="60758B"/>
                </a:solidFill>
                <a:latin typeface="Arial"/>
                <a:ea typeface="Arial"/>
                <a:cs typeface="Arial"/>
              </a:defRPr>
            </a:lvl4pPr>
            <a:lvl5pPr>
              <a:buNone/>
              <a:defRPr sz="1275" b="0">
                <a:solidFill>
                  <a:srgbClr val="60758B"/>
                </a:solidFill>
                <a:latin typeface="Arial"/>
                <a:ea typeface="Arial"/>
                <a:cs typeface="Arial"/>
              </a:defRPr>
            </a:lvl5pPr>
            <a:lvl6pPr>
              <a:buNone/>
              <a:defRPr sz="1275" b="0">
                <a:solidFill>
                  <a:srgbClr val="60758B"/>
                </a:solidFill>
                <a:latin typeface="Arial"/>
                <a:ea typeface="Arial"/>
                <a:cs typeface="Arial"/>
              </a:defRPr>
            </a:lvl6pPr>
            <a:lvl7pPr>
              <a:buNone/>
              <a:defRPr sz="1275" b="0">
                <a:solidFill>
                  <a:srgbClr val="60758B"/>
                </a:solidFill>
                <a:latin typeface="Arial"/>
                <a:ea typeface="Arial"/>
                <a:cs typeface="Arial"/>
              </a:defRPr>
            </a:lvl7pPr>
            <a:lvl8pPr>
              <a:buNone/>
              <a:defRPr sz="1275" b="0">
                <a:solidFill>
                  <a:srgbClr val="60758B"/>
                </a:solidFill>
                <a:latin typeface="Arial"/>
                <a:ea typeface="Arial"/>
                <a:cs typeface="Arial"/>
              </a:defRPr>
            </a:lvl8pPr>
            <a:lvl9pPr>
              <a:buNone/>
              <a:defRPr sz="1275" b="0">
                <a:solidFill>
                  <a:srgbClr val="60758B"/>
                </a:solidFill>
                <a:latin typeface="Arial"/>
                <a:ea typeface="Arial"/>
                <a:cs typeface="Arial"/>
              </a:defRPr>
            </a:lvl9pPr>
          </a:lstStyle>
          <a:p xmlns:a="http://schemas.openxmlformats.org/drawingml/2006/main">
            <a:pPr>
              <a:buNone/>
              <a:defRPr sz="1275" b="0">
                <a:solidFill>
                  <a:srgbClr val="60758B"/>
                </a:solidFill>
                <a:latin typeface="Arial"/>
                <a:ea typeface="Arial"/>
                <a:cs typeface="Arial"/>
              </a:defRPr>
            </a:pPr>
            <a:r>
              <a:rPr sz="1275" b="0">
                <a:solidFill>
                  <a:srgbClr val="60758B"/>
                </a:solidFill>
                <a:latin typeface="Arial"/>
                <a:ea typeface="Arial"/>
                <a:cs typeface="Arial"/>
              </a:rPr>
              <a:t>Video 1:55 - 2:35</a:t>
            </a:r>
          </a:p>
        </p:txBody>
      </p:sp>
      <p:sp>
        <p:nvSpPr>
          <p:cNvPr id="5" name="4 hours">
            <a:extLst xmlns:a="http://schemas.openxmlformats.org/drawingml/2006/main">
              <a:ext uri="{FF2B5EF4-FFF2-40B4-BE49-F238E27FC236}">
                <a16:creationId xmlns:a16="http://schemas.microsoft.com/office/drawing/2014/main" id="{4BD331F8-2473-4714-8D34-70FCDC64C61B}"/>
              </a:ext>
            </a:extLst>
          </p:cNvPr>
          <p:cNvSpPr>
            <a:spLocks xmlns:a="http://schemas.openxmlformats.org/drawingml/2006/main" noGrp="1"/>
          </p:cNvSpPr>
          <p:nvPr/>
        </p:nvSpPr>
        <p:spPr>
          <a:xfrm xmlns:a="http://schemas.openxmlformats.org/drawingml/2006/main">
            <a:off x="609600" y="215265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825" b="1">
                <a:solidFill>
                  <a:srgbClr val="245BF3"/>
                </a:solidFill>
                <a:latin typeface="Arial"/>
                <a:ea typeface="Arial"/>
                <a:cs typeface="Arial"/>
              </a:defRPr>
            </a:defPPr>
            <a:lvl1pPr>
              <a:buNone/>
              <a:defRPr sz="3825" b="1">
                <a:solidFill>
                  <a:srgbClr val="245BF3"/>
                </a:solidFill>
                <a:latin typeface="Arial"/>
                <a:ea typeface="Arial"/>
                <a:cs typeface="Arial"/>
              </a:defRPr>
            </a:lvl1pPr>
            <a:lvl2pPr>
              <a:buNone/>
              <a:defRPr sz="3825" b="1">
                <a:solidFill>
                  <a:srgbClr val="245BF3"/>
                </a:solidFill>
                <a:latin typeface="Arial"/>
                <a:ea typeface="Arial"/>
                <a:cs typeface="Arial"/>
              </a:defRPr>
            </a:lvl2pPr>
            <a:lvl3pPr>
              <a:buNone/>
              <a:defRPr sz="3825" b="1">
                <a:solidFill>
                  <a:srgbClr val="245BF3"/>
                </a:solidFill>
                <a:latin typeface="Arial"/>
                <a:ea typeface="Arial"/>
                <a:cs typeface="Arial"/>
              </a:defRPr>
            </a:lvl3pPr>
            <a:lvl4pPr>
              <a:buNone/>
              <a:defRPr sz="3825" b="1">
                <a:solidFill>
                  <a:srgbClr val="245BF3"/>
                </a:solidFill>
                <a:latin typeface="Arial"/>
                <a:ea typeface="Arial"/>
                <a:cs typeface="Arial"/>
              </a:defRPr>
            </a:lvl4pPr>
            <a:lvl5pPr>
              <a:buNone/>
              <a:defRPr sz="3825" b="1">
                <a:solidFill>
                  <a:srgbClr val="245BF3"/>
                </a:solidFill>
                <a:latin typeface="Arial"/>
                <a:ea typeface="Arial"/>
                <a:cs typeface="Arial"/>
              </a:defRPr>
            </a:lvl5pPr>
            <a:lvl6pPr>
              <a:buNone/>
              <a:defRPr sz="3825" b="1">
                <a:solidFill>
                  <a:srgbClr val="245BF3"/>
                </a:solidFill>
                <a:latin typeface="Arial"/>
                <a:ea typeface="Arial"/>
                <a:cs typeface="Arial"/>
              </a:defRPr>
            </a:lvl6pPr>
            <a:lvl7pPr>
              <a:buNone/>
              <a:defRPr sz="3825" b="1">
                <a:solidFill>
                  <a:srgbClr val="245BF3"/>
                </a:solidFill>
                <a:latin typeface="Arial"/>
                <a:ea typeface="Arial"/>
                <a:cs typeface="Arial"/>
              </a:defRPr>
            </a:lvl7pPr>
            <a:lvl8pPr>
              <a:buNone/>
              <a:defRPr sz="3825" b="1">
                <a:solidFill>
                  <a:srgbClr val="245BF3"/>
                </a:solidFill>
                <a:latin typeface="Arial"/>
                <a:ea typeface="Arial"/>
                <a:cs typeface="Arial"/>
              </a:defRPr>
            </a:lvl8pPr>
            <a:lvl9pPr>
              <a:buNone/>
              <a:defRPr sz="3825" b="1">
                <a:solidFill>
                  <a:srgbClr val="245BF3"/>
                </a:solidFill>
                <a:latin typeface="Arial"/>
                <a:ea typeface="Arial"/>
                <a:cs typeface="Arial"/>
              </a:defRPr>
            </a:lvl9pPr>
          </a:lstStyle>
          <a:p xmlns:a="http://schemas.openxmlformats.org/drawingml/2006/main">
            <a:pPr>
              <a:buNone/>
              <a:defRPr sz="3825" b="1">
                <a:solidFill>
                  <a:srgbClr val="245BF3"/>
                </a:solidFill>
                <a:latin typeface="Arial"/>
                <a:ea typeface="Arial"/>
                <a:cs typeface="Arial"/>
              </a:defRPr>
            </a:pPr>
            <a:r>
              <a:rPr sz="3825" b="1">
                <a:solidFill>
                  <a:srgbClr val="245BF3"/>
                </a:solidFill>
                <a:latin typeface="Arial"/>
                <a:ea typeface="Arial"/>
                <a:cs typeface="Arial"/>
              </a:rPr>
              <a:t>4 hours</a:t>
            </a:r>
          </a:p>
        </p:txBody>
      </p:sp>
      <p:sp>
        <p:nvSpPr>
          <p:cNvPr id="6" name="each week">
            <a:extLst xmlns:a="http://schemas.openxmlformats.org/drawingml/2006/main">
              <a:ext uri="{FF2B5EF4-FFF2-40B4-BE49-F238E27FC236}">
                <a16:creationId xmlns:a16="http://schemas.microsoft.com/office/drawing/2014/main" id="{028A690A-2673-4CD5-856B-F1F1ABC37C20}"/>
              </a:ext>
            </a:extLst>
          </p:cNvPr>
          <p:cNvSpPr>
            <a:spLocks xmlns:a="http://schemas.openxmlformats.org/drawingml/2006/main" noGrp="1"/>
          </p:cNvSpPr>
          <p:nvPr/>
        </p:nvSpPr>
        <p:spPr>
          <a:xfrm xmlns:a="http://schemas.openxmlformats.org/drawingml/2006/main">
            <a:off x="609600" y="281940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0B2341"/>
                </a:solidFill>
                <a:latin typeface="Arial"/>
                <a:ea typeface="Arial"/>
                <a:cs typeface="Arial"/>
              </a:defRPr>
            </a:defPPr>
            <a:lvl1pPr>
              <a:buNone/>
              <a:defRPr sz="2025" b="0">
                <a:solidFill>
                  <a:srgbClr val="0B2341"/>
                </a:solidFill>
                <a:latin typeface="Arial"/>
                <a:ea typeface="Arial"/>
                <a:cs typeface="Arial"/>
              </a:defRPr>
            </a:lvl1pPr>
            <a:lvl2pPr>
              <a:buNone/>
              <a:defRPr sz="2025" b="0">
                <a:solidFill>
                  <a:srgbClr val="0B2341"/>
                </a:solidFill>
                <a:latin typeface="Arial"/>
                <a:ea typeface="Arial"/>
                <a:cs typeface="Arial"/>
              </a:defRPr>
            </a:lvl2pPr>
            <a:lvl3pPr>
              <a:buNone/>
              <a:defRPr sz="2025" b="0">
                <a:solidFill>
                  <a:srgbClr val="0B2341"/>
                </a:solidFill>
                <a:latin typeface="Arial"/>
                <a:ea typeface="Arial"/>
                <a:cs typeface="Arial"/>
              </a:defRPr>
            </a:lvl3pPr>
            <a:lvl4pPr>
              <a:buNone/>
              <a:defRPr sz="2025" b="0">
                <a:solidFill>
                  <a:srgbClr val="0B2341"/>
                </a:solidFill>
                <a:latin typeface="Arial"/>
                <a:ea typeface="Arial"/>
                <a:cs typeface="Arial"/>
              </a:defRPr>
            </a:lvl4pPr>
            <a:lvl5pPr>
              <a:buNone/>
              <a:defRPr sz="2025" b="0">
                <a:solidFill>
                  <a:srgbClr val="0B2341"/>
                </a:solidFill>
                <a:latin typeface="Arial"/>
                <a:ea typeface="Arial"/>
                <a:cs typeface="Arial"/>
              </a:defRPr>
            </a:lvl5pPr>
            <a:lvl6pPr>
              <a:buNone/>
              <a:defRPr sz="2025" b="0">
                <a:solidFill>
                  <a:srgbClr val="0B2341"/>
                </a:solidFill>
                <a:latin typeface="Arial"/>
                <a:ea typeface="Arial"/>
                <a:cs typeface="Arial"/>
              </a:defRPr>
            </a:lvl6pPr>
            <a:lvl7pPr>
              <a:buNone/>
              <a:defRPr sz="2025" b="0">
                <a:solidFill>
                  <a:srgbClr val="0B2341"/>
                </a:solidFill>
                <a:latin typeface="Arial"/>
                <a:ea typeface="Arial"/>
                <a:cs typeface="Arial"/>
              </a:defRPr>
            </a:lvl7pPr>
            <a:lvl8pPr>
              <a:buNone/>
              <a:defRPr sz="2025" b="0">
                <a:solidFill>
                  <a:srgbClr val="0B2341"/>
                </a:solidFill>
                <a:latin typeface="Arial"/>
                <a:ea typeface="Arial"/>
                <a:cs typeface="Arial"/>
              </a:defRPr>
            </a:lvl8pPr>
            <a:lvl9pPr>
              <a:buNone/>
              <a:defRPr sz="2025" b="0">
                <a:solidFill>
                  <a:srgbClr val="0B2341"/>
                </a:solidFill>
                <a:latin typeface="Arial"/>
                <a:ea typeface="Arial"/>
                <a:cs typeface="Arial"/>
              </a:defRPr>
            </a:lvl9pPr>
          </a:lstStyle>
          <a:p xmlns:a="http://schemas.openxmlformats.org/drawingml/2006/main">
            <a:pPr>
              <a:buNone/>
              <a:defRPr sz="2025" b="0">
                <a:solidFill>
                  <a:srgbClr val="0B2341"/>
                </a:solidFill>
                <a:latin typeface="Arial"/>
                <a:ea typeface="Arial"/>
                <a:cs typeface="Arial"/>
              </a:defRPr>
            </a:pPr>
            <a:r>
              <a:rPr sz="2025" b="0">
                <a:solidFill>
                  <a:srgbClr val="0B2341"/>
                </a:solidFill>
                <a:latin typeface="Arial"/>
                <a:ea typeface="Arial"/>
                <a:cs typeface="Arial"/>
              </a:rPr>
              <a:t>each week</a:t>
            </a:r>
          </a:p>
        </p:txBody>
      </p:sp>
      <p:sp>
        <p:nvSpPr>
          <p:cNvPr id="7" name="10 weeks">
            <a:extLst xmlns:a="http://schemas.openxmlformats.org/drawingml/2006/main">
              <a:ext uri="{FF2B5EF4-FFF2-40B4-BE49-F238E27FC236}">
                <a16:creationId xmlns:a16="http://schemas.microsoft.com/office/drawing/2014/main" id="{E9374F30-8D33-4A69-A935-A2F78191E29C}"/>
              </a:ext>
            </a:extLst>
          </p:cNvPr>
          <p:cNvSpPr>
            <a:spLocks xmlns:a="http://schemas.openxmlformats.org/drawingml/2006/main" noGrp="1"/>
          </p:cNvSpPr>
          <p:nvPr/>
        </p:nvSpPr>
        <p:spPr>
          <a:xfrm xmlns:a="http://schemas.openxmlformats.org/drawingml/2006/main">
            <a:off x="4486275" y="215265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825" b="1">
                <a:solidFill>
                  <a:srgbClr val="245BF3"/>
                </a:solidFill>
                <a:latin typeface="Arial"/>
                <a:ea typeface="Arial"/>
                <a:cs typeface="Arial"/>
              </a:defRPr>
            </a:defPPr>
            <a:lvl1pPr>
              <a:buNone/>
              <a:defRPr sz="3825" b="1">
                <a:solidFill>
                  <a:srgbClr val="245BF3"/>
                </a:solidFill>
                <a:latin typeface="Arial"/>
                <a:ea typeface="Arial"/>
                <a:cs typeface="Arial"/>
              </a:defRPr>
            </a:lvl1pPr>
            <a:lvl2pPr>
              <a:buNone/>
              <a:defRPr sz="3825" b="1">
                <a:solidFill>
                  <a:srgbClr val="245BF3"/>
                </a:solidFill>
                <a:latin typeface="Arial"/>
                <a:ea typeface="Arial"/>
                <a:cs typeface="Arial"/>
              </a:defRPr>
            </a:lvl2pPr>
            <a:lvl3pPr>
              <a:buNone/>
              <a:defRPr sz="3825" b="1">
                <a:solidFill>
                  <a:srgbClr val="245BF3"/>
                </a:solidFill>
                <a:latin typeface="Arial"/>
                <a:ea typeface="Arial"/>
                <a:cs typeface="Arial"/>
              </a:defRPr>
            </a:lvl3pPr>
            <a:lvl4pPr>
              <a:buNone/>
              <a:defRPr sz="3825" b="1">
                <a:solidFill>
                  <a:srgbClr val="245BF3"/>
                </a:solidFill>
                <a:latin typeface="Arial"/>
                <a:ea typeface="Arial"/>
                <a:cs typeface="Arial"/>
              </a:defRPr>
            </a:lvl4pPr>
            <a:lvl5pPr>
              <a:buNone/>
              <a:defRPr sz="3825" b="1">
                <a:solidFill>
                  <a:srgbClr val="245BF3"/>
                </a:solidFill>
                <a:latin typeface="Arial"/>
                <a:ea typeface="Arial"/>
                <a:cs typeface="Arial"/>
              </a:defRPr>
            </a:lvl5pPr>
            <a:lvl6pPr>
              <a:buNone/>
              <a:defRPr sz="3825" b="1">
                <a:solidFill>
                  <a:srgbClr val="245BF3"/>
                </a:solidFill>
                <a:latin typeface="Arial"/>
                <a:ea typeface="Arial"/>
                <a:cs typeface="Arial"/>
              </a:defRPr>
            </a:lvl6pPr>
            <a:lvl7pPr>
              <a:buNone/>
              <a:defRPr sz="3825" b="1">
                <a:solidFill>
                  <a:srgbClr val="245BF3"/>
                </a:solidFill>
                <a:latin typeface="Arial"/>
                <a:ea typeface="Arial"/>
                <a:cs typeface="Arial"/>
              </a:defRPr>
            </a:lvl7pPr>
            <a:lvl8pPr>
              <a:buNone/>
              <a:defRPr sz="3825" b="1">
                <a:solidFill>
                  <a:srgbClr val="245BF3"/>
                </a:solidFill>
                <a:latin typeface="Arial"/>
                <a:ea typeface="Arial"/>
                <a:cs typeface="Arial"/>
              </a:defRPr>
            </a:lvl8pPr>
            <a:lvl9pPr>
              <a:buNone/>
              <a:defRPr sz="3825" b="1">
                <a:solidFill>
                  <a:srgbClr val="245BF3"/>
                </a:solidFill>
                <a:latin typeface="Arial"/>
                <a:ea typeface="Arial"/>
                <a:cs typeface="Arial"/>
              </a:defRPr>
            </a:lvl9pPr>
          </a:lstStyle>
          <a:p xmlns:a="http://schemas.openxmlformats.org/drawingml/2006/main">
            <a:pPr>
              <a:buNone/>
              <a:defRPr sz="3825" b="1">
                <a:solidFill>
                  <a:srgbClr val="245BF3"/>
                </a:solidFill>
                <a:latin typeface="Arial"/>
                <a:ea typeface="Arial"/>
                <a:cs typeface="Arial"/>
              </a:defRPr>
            </a:pPr>
            <a:r>
              <a:rPr sz="3825" b="1">
                <a:solidFill>
                  <a:srgbClr val="245BF3"/>
                </a:solidFill>
                <a:latin typeface="Arial"/>
                <a:ea typeface="Arial"/>
                <a:cs typeface="Arial"/>
              </a:rPr>
              <a:t>10 weeks</a:t>
            </a:r>
          </a:p>
        </p:txBody>
      </p:sp>
      <p:sp>
        <p:nvSpPr>
          <p:cNvPr id="8" name="estimated pathway">
            <a:extLst xmlns:a="http://schemas.openxmlformats.org/drawingml/2006/main">
              <a:ext uri="{FF2B5EF4-FFF2-40B4-BE49-F238E27FC236}">
                <a16:creationId xmlns:a16="http://schemas.microsoft.com/office/drawing/2014/main" id="{5E080133-13A7-46EC-8D97-BA135C40EC42}"/>
              </a:ext>
            </a:extLst>
          </p:cNvPr>
          <p:cNvSpPr>
            <a:spLocks xmlns:a="http://schemas.openxmlformats.org/drawingml/2006/main" noGrp="1"/>
          </p:cNvSpPr>
          <p:nvPr/>
        </p:nvSpPr>
        <p:spPr>
          <a:xfrm xmlns:a="http://schemas.openxmlformats.org/drawingml/2006/main">
            <a:off x="4486275" y="281940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0B2341"/>
                </a:solidFill>
                <a:latin typeface="Arial"/>
                <a:ea typeface="Arial"/>
                <a:cs typeface="Arial"/>
              </a:defRPr>
            </a:defPPr>
            <a:lvl1pPr>
              <a:buNone/>
              <a:defRPr sz="2025" b="0">
                <a:solidFill>
                  <a:srgbClr val="0B2341"/>
                </a:solidFill>
                <a:latin typeface="Arial"/>
                <a:ea typeface="Arial"/>
                <a:cs typeface="Arial"/>
              </a:defRPr>
            </a:lvl1pPr>
            <a:lvl2pPr>
              <a:buNone/>
              <a:defRPr sz="2025" b="0">
                <a:solidFill>
                  <a:srgbClr val="0B2341"/>
                </a:solidFill>
                <a:latin typeface="Arial"/>
                <a:ea typeface="Arial"/>
                <a:cs typeface="Arial"/>
              </a:defRPr>
            </a:lvl2pPr>
            <a:lvl3pPr>
              <a:buNone/>
              <a:defRPr sz="2025" b="0">
                <a:solidFill>
                  <a:srgbClr val="0B2341"/>
                </a:solidFill>
                <a:latin typeface="Arial"/>
                <a:ea typeface="Arial"/>
                <a:cs typeface="Arial"/>
              </a:defRPr>
            </a:lvl3pPr>
            <a:lvl4pPr>
              <a:buNone/>
              <a:defRPr sz="2025" b="0">
                <a:solidFill>
                  <a:srgbClr val="0B2341"/>
                </a:solidFill>
                <a:latin typeface="Arial"/>
                <a:ea typeface="Arial"/>
                <a:cs typeface="Arial"/>
              </a:defRPr>
            </a:lvl4pPr>
            <a:lvl5pPr>
              <a:buNone/>
              <a:defRPr sz="2025" b="0">
                <a:solidFill>
                  <a:srgbClr val="0B2341"/>
                </a:solidFill>
                <a:latin typeface="Arial"/>
                <a:ea typeface="Arial"/>
                <a:cs typeface="Arial"/>
              </a:defRPr>
            </a:lvl5pPr>
            <a:lvl6pPr>
              <a:buNone/>
              <a:defRPr sz="2025" b="0">
                <a:solidFill>
                  <a:srgbClr val="0B2341"/>
                </a:solidFill>
                <a:latin typeface="Arial"/>
                <a:ea typeface="Arial"/>
                <a:cs typeface="Arial"/>
              </a:defRPr>
            </a:lvl6pPr>
            <a:lvl7pPr>
              <a:buNone/>
              <a:defRPr sz="2025" b="0">
                <a:solidFill>
                  <a:srgbClr val="0B2341"/>
                </a:solidFill>
                <a:latin typeface="Arial"/>
                <a:ea typeface="Arial"/>
                <a:cs typeface="Arial"/>
              </a:defRPr>
            </a:lvl7pPr>
            <a:lvl8pPr>
              <a:buNone/>
              <a:defRPr sz="2025" b="0">
                <a:solidFill>
                  <a:srgbClr val="0B2341"/>
                </a:solidFill>
                <a:latin typeface="Arial"/>
                <a:ea typeface="Arial"/>
                <a:cs typeface="Arial"/>
              </a:defRPr>
            </a:lvl8pPr>
            <a:lvl9pPr>
              <a:buNone/>
              <a:defRPr sz="2025" b="0">
                <a:solidFill>
                  <a:srgbClr val="0B2341"/>
                </a:solidFill>
                <a:latin typeface="Arial"/>
                <a:ea typeface="Arial"/>
                <a:cs typeface="Arial"/>
              </a:defRPr>
            </a:lvl9pPr>
          </a:lstStyle>
          <a:p xmlns:a="http://schemas.openxmlformats.org/drawingml/2006/main">
            <a:pPr>
              <a:buNone/>
              <a:defRPr sz="2025" b="0">
                <a:solidFill>
                  <a:srgbClr val="0B2341"/>
                </a:solidFill>
                <a:latin typeface="Arial"/>
                <a:ea typeface="Arial"/>
                <a:cs typeface="Arial"/>
              </a:defRPr>
            </a:pPr>
            <a:r>
              <a:rPr sz="2025" b="0">
                <a:solidFill>
                  <a:srgbClr val="0B2341"/>
                </a:solidFill>
                <a:latin typeface="Arial"/>
                <a:ea typeface="Arial"/>
                <a:cs typeface="Arial"/>
              </a:rPr>
              <a:t>estimated pathway</a:t>
            </a:r>
          </a:p>
        </p:txBody>
      </p:sp>
      <p:sp>
        <p:nvSpPr>
          <p:cNvPr id="9" name="40 hours">
            <a:extLst xmlns:a="http://schemas.openxmlformats.org/drawingml/2006/main">
              <a:ext uri="{FF2B5EF4-FFF2-40B4-BE49-F238E27FC236}">
                <a16:creationId xmlns:a16="http://schemas.microsoft.com/office/drawing/2014/main" id="{4D608FE2-FB49-464E-B78D-E8EA0533FFE1}"/>
              </a:ext>
            </a:extLst>
          </p:cNvPr>
          <p:cNvSpPr>
            <a:spLocks xmlns:a="http://schemas.openxmlformats.org/drawingml/2006/main" noGrp="1"/>
          </p:cNvSpPr>
          <p:nvPr/>
        </p:nvSpPr>
        <p:spPr>
          <a:xfrm xmlns:a="http://schemas.openxmlformats.org/drawingml/2006/main">
            <a:off x="8362950" y="215265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825" b="1">
                <a:solidFill>
                  <a:srgbClr val="245BF3"/>
                </a:solidFill>
                <a:latin typeface="Arial"/>
                <a:ea typeface="Arial"/>
                <a:cs typeface="Arial"/>
              </a:defRPr>
            </a:defPPr>
            <a:lvl1pPr>
              <a:buNone/>
              <a:defRPr sz="3825" b="1">
                <a:solidFill>
                  <a:srgbClr val="245BF3"/>
                </a:solidFill>
                <a:latin typeface="Arial"/>
                <a:ea typeface="Arial"/>
                <a:cs typeface="Arial"/>
              </a:defRPr>
            </a:lvl1pPr>
            <a:lvl2pPr>
              <a:buNone/>
              <a:defRPr sz="3825" b="1">
                <a:solidFill>
                  <a:srgbClr val="245BF3"/>
                </a:solidFill>
                <a:latin typeface="Arial"/>
                <a:ea typeface="Arial"/>
                <a:cs typeface="Arial"/>
              </a:defRPr>
            </a:lvl2pPr>
            <a:lvl3pPr>
              <a:buNone/>
              <a:defRPr sz="3825" b="1">
                <a:solidFill>
                  <a:srgbClr val="245BF3"/>
                </a:solidFill>
                <a:latin typeface="Arial"/>
                <a:ea typeface="Arial"/>
                <a:cs typeface="Arial"/>
              </a:defRPr>
            </a:lvl3pPr>
            <a:lvl4pPr>
              <a:buNone/>
              <a:defRPr sz="3825" b="1">
                <a:solidFill>
                  <a:srgbClr val="245BF3"/>
                </a:solidFill>
                <a:latin typeface="Arial"/>
                <a:ea typeface="Arial"/>
                <a:cs typeface="Arial"/>
              </a:defRPr>
            </a:lvl4pPr>
            <a:lvl5pPr>
              <a:buNone/>
              <a:defRPr sz="3825" b="1">
                <a:solidFill>
                  <a:srgbClr val="245BF3"/>
                </a:solidFill>
                <a:latin typeface="Arial"/>
                <a:ea typeface="Arial"/>
                <a:cs typeface="Arial"/>
              </a:defRPr>
            </a:lvl5pPr>
            <a:lvl6pPr>
              <a:buNone/>
              <a:defRPr sz="3825" b="1">
                <a:solidFill>
                  <a:srgbClr val="245BF3"/>
                </a:solidFill>
                <a:latin typeface="Arial"/>
                <a:ea typeface="Arial"/>
                <a:cs typeface="Arial"/>
              </a:defRPr>
            </a:lvl6pPr>
            <a:lvl7pPr>
              <a:buNone/>
              <a:defRPr sz="3825" b="1">
                <a:solidFill>
                  <a:srgbClr val="245BF3"/>
                </a:solidFill>
                <a:latin typeface="Arial"/>
                <a:ea typeface="Arial"/>
                <a:cs typeface="Arial"/>
              </a:defRPr>
            </a:lvl7pPr>
            <a:lvl8pPr>
              <a:buNone/>
              <a:defRPr sz="3825" b="1">
                <a:solidFill>
                  <a:srgbClr val="245BF3"/>
                </a:solidFill>
                <a:latin typeface="Arial"/>
                <a:ea typeface="Arial"/>
                <a:cs typeface="Arial"/>
              </a:defRPr>
            </a:lvl8pPr>
            <a:lvl9pPr>
              <a:buNone/>
              <a:defRPr sz="3825" b="1">
                <a:solidFill>
                  <a:srgbClr val="245BF3"/>
                </a:solidFill>
                <a:latin typeface="Arial"/>
                <a:ea typeface="Arial"/>
                <a:cs typeface="Arial"/>
              </a:defRPr>
            </a:lvl9pPr>
          </a:lstStyle>
          <a:p xmlns:a="http://schemas.openxmlformats.org/drawingml/2006/main">
            <a:pPr>
              <a:buNone/>
              <a:defRPr sz="3825" b="1">
                <a:solidFill>
                  <a:srgbClr val="245BF3"/>
                </a:solidFill>
                <a:latin typeface="Arial"/>
                <a:ea typeface="Arial"/>
                <a:cs typeface="Arial"/>
              </a:defRPr>
            </a:pPr>
            <a:r>
              <a:rPr sz="3825" b="1">
                <a:solidFill>
                  <a:srgbClr val="245BF3"/>
                </a:solidFill>
                <a:latin typeface="Arial"/>
                <a:ea typeface="Arial"/>
                <a:cs typeface="Arial"/>
              </a:rPr>
              <a:t>40 hours</a:t>
            </a:r>
          </a:p>
        </p:txBody>
      </p:sp>
      <p:sp>
        <p:nvSpPr>
          <p:cNvPr id="10" name="including practice">
            <a:extLst xmlns:a="http://schemas.openxmlformats.org/drawingml/2006/main">
              <a:ext uri="{FF2B5EF4-FFF2-40B4-BE49-F238E27FC236}">
                <a16:creationId xmlns:a16="http://schemas.microsoft.com/office/drawing/2014/main" id="{EDB1EE2E-8604-4C22-9ECF-1C5714C5364B}"/>
              </a:ext>
            </a:extLst>
          </p:cNvPr>
          <p:cNvSpPr>
            <a:spLocks xmlns:a="http://schemas.openxmlformats.org/drawingml/2006/main" noGrp="1"/>
          </p:cNvSpPr>
          <p:nvPr/>
        </p:nvSpPr>
        <p:spPr>
          <a:xfrm xmlns:a="http://schemas.openxmlformats.org/drawingml/2006/main">
            <a:off x="8362950" y="281940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0B2341"/>
                </a:solidFill>
                <a:latin typeface="Arial"/>
                <a:ea typeface="Arial"/>
                <a:cs typeface="Arial"/>
              </a:defRPr>
            </a:defPPr>
            <a:lvl1pPr>
              <a:buNone/>
              <a:defRPr sz="2025" b="0">
                <a:solidFill>
                  <a:srgbClr val="0B2341"/>
                </a:solidFill>
                <a:latin typeface="Arial"/>
                <a:ea typeface="Arial"/>
                <a:cs typeface="Arial"/>
              </a:defRPr>
            </a:lvl1pPr>
            <a:lvl2pPr>
              <a:buNone/>
              <a:defRPr sz="2025" b="0">
                <a:solidFill>
                  <a:srgbClr val="0B2341"/>
                </a:solidFill>
                <a:latin typeface="Arial"/>
                <a:ea typeface="Arial"/>
                <a:cs typeface="Arial"/>
              </a:defRPr>
            </a:lvl2pPr>
            <a:lvl3pPr>
              <a:buNone/>
              <a:defRPr sz="2025" b="0">
                <a:solidFill>
                  <a:srgbClr val="0B2341"/>
                </a:solidFill>
                <a:latin typeface="Arial"/>
                <a:ea typeface="Arial"/>
                <a:cs typeface="Arial"/>
              </a:defRPr>
            </a:lvl3pPr>
            <a:lvl4pPr>
              <a:buNone/>
              <a:defRPr sz="2025" b="0">
                <a:solidFill>
                  <a:srgbClr val="0B2341"/>
                </a:solidFill>
                <a:latin typeface="Arial"/>
                <a:ea typeface="Arial"/>
                <a:cs typeface="Arial"/>
              </a:defRPr>
            </a:lvl4pPr>
            <a:lvl5pPr>
              <a:buNone/>
              <a:defRPr sz="2025" b="0">
                <a:solidFill>
                  <a:srgbClr val="0B2341"/>
                </a:solidFill>
                <a:latin typeface="Arial"/>
                <a:ea typeface="Arial"/>
                <a:cs typeface="Arial"/>
              </a:defRPr>
            </a:lvl5pPr>
            <a:lvl6pPr>
              <a:buNone/>
              <a:defRPr sz="2025" b="0">
                <a:solidFill>
                  <a:srgbClr val="0B2341"/>
                </a:solidFill>
                <a:latin typeface="Arial"/>
                <a:ea typeface="Arial"/>
                <a:cs typeface="Arial"/>
              </a:defRPr>
            </a:lvl6pPr>
            <a:lvl7pPr>
              <a:buNone/>
              <a:defRPr sz="2025" b="0">
                <a:solidFill>
                  <a:srgbClr val="0B2341"/>
                </a:solidFill>
                <a:latin typeface="Arial"/>
                <a:ea typeface="Arial"/>
                <a:cs typeface="Arial"/>
              </a:defRPr>
            </a:lvl7pPr>
            <a:lvl8pPr>
              <a:buNone/>
              <a:defRPr sz="2025" b="0">
                <a:solidFill>
                  <a:srgbClr val="0B2341"/>
                </a:solidFill>
                <a:latin typeface="Arial"/>
                <a:ea typeface="Arial"/>
                <a:cs typeface="Arial"/>
              </a:defRPr>
            </a:lvl8pPr>
            <a:lvl9pPr>
              <a:buNone/>
              <a:defRPr sz="2025" b="0">
                <a:solidFill>
                  <a:srgbClr val="0B2341"/>
                </a:solidFill>
                <a:latin typeface="Arial"/>
                <a:ea typeface="Arial"/>
                <a:cs typeface="Arial"/>
              </a:defRPr>
            </a:lvl9pPr>
          </a:lstStyle>
          <a:p xmlns:a="http://schemas.openxmlformats.org/drawingml/2006/main">
            <a:pPr>
              <a:buNone/>
              <a:defRPr sz="2025" b="0">
                <a:solidFill>
                  <a:srgbClr val="0B2341"/>
                </a:solidFill>
                <a:latin typeface="Arial"/>
                <a:ea typeface="Arial"/>
                <a:cs typeface="Arial"/>
              </a:defRPr>
            </a:pPr>
            <a:r>
              <a:rPr sz="2025" b="0">
                <a:solidFill>
                  <a:srgbClr val="0B2341"/>
                </a:solidFill>
                <a:latin typeface="Arial"/>
                <a:ea typeface="Arial"/>
                <a:cs typeface="Arial"/>
              </a:rPr>
              <a:t>including practice</a:t>
            </a:r>
          </a:p>
        </p:txBody>
      </p:sp>
      <p:pic>
        <p:nvPicPr>
          <p:cNvPr id="11" name="">
            <a:extLst xmlns:a="http://schemas.openxmlformats.org/drawingml/2006/main">
              <a:ext uri="{FF2B5EF4-FFF2-40B4-BE49-F238E27FC236}">
                <a16:creationId xmlns:a16="http://schemas.microsoft.com/office/drawing/2014/main" id="{54C584D2-890D-458A-9394-72BBBCBE9731}"/>
              </a:ext>
            </a:extLst>
          </p:cNvPr>
          <p:cNvPicPr>
            <a:picLocks xmlns:a="http://schemas.openxmlformats.org/drawingml/2006/main" noChangeAspect="1"/>
          </p:cNvPicPr>
          <p:nvPr/>
        </p:nvPicPr>
        <p:blipFill>
          <a:blip xmlns:r="http://schemas.openxmlformats.org/officeDocument/2006/relationships" xmlns:a="http://schemas.openxmlformats.org/drawingml/2006/main" r:embed="R724adede257d43f4"/>
          <a:stretch xmlns:a="http://schemas.openxmlformats.org/drawingml/2006/main"/>
        </p:blipFill>
        <p:spPr>
          <a:xfrm xmlns:a="http://schemas.openxmlformats.org/drawingml/2006/main">
            <a:off x="609600" y="3493692"/>
            <a:ext cx="10972800" cy="2270915"/>
          </a:xfrm>
          <a:prstGeom xmlns:a="http://schemas.openxmlformats.org/drawingml/2006/main" prst="rect">
            <a:avLst/>
          </a:prstGeom>
        </p:spPr>
      </p:pic>
      <p:sp>
        <p:nvSpPr>
          <p:cNvPr id="12" name="A one-page visual report with three business insights and a recom">
            <a:extLst xmlns:a="http://schemas.openxmlformats.org/drawingml/2006/main">
              <a:ext uri="{FF2B5EF4-FFF2-40B4-BE49-F238E27FC236}">
                <a16:creationId xmlns:a16="http://schemas.microsoft.com/office/drawing/2014/main" id="{4495BBD9-4B87-473B-AEC9-A2EAD326D067}"/>
              </a:ext>
            </a:extLst>
          </p:cNvPr>
          <p:cNvSpPr>
            <a:spLocks xmlns:a="http://schemas.openxmlformats.org/drawingml/2006/main" noGrp="1"/>
          </p:cNvSpPr>
          <p:nvPr/>
        </p:nvSpPr>
        <p:spPr>
          <a:xfrm xmlns:a="http://schemas.openxmlformats.org/drawingml/2006/main">
            <a:off x="609600" y="59245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B2341"/>
                </a:solidFill>
                <a:latin typeface="Arial"/>
                <a:ea typeface="Arial"/>
                <a:cs typeface="Arial"/>
              </a:defRPr>
            </a:defPPr>
            <a:lvl1pPr>
              <a:buNone/>
              <a:defRPr sz="1800" b="1">
                <a:solidFill>
                  <a:srgbClr val="0B2341"/>
                </a:solidFill>
                <a:latin typeface="Arial"/>
                <a:ea typeface="Arial"/>
                <a:cs typeface="Arial"/>
              </a:defRPr>
            </a:lvl1pPr>
            <a:lvl2pPr>
              <a:buNone/>
              <a:defRPr sz="1800" b="1">
                <a:solidFill>
                  <a:srgbClr val="0B2341"/>
                </a:solidFill>
                <a:latin typeface="Arial"/>
                <a:ea typeface="Arial"/>
                <a:cs typeface="Arial"/>
              </a:defRPr>
            </a:lvl2pPr>
            <a:lvl3pPr>
              <a:buNone/>
              <a:defRPr sz="1800" b="1">
                <a:solidFill>
                  <a:srgbClr val="0B2341"/>
                </a:solidFill>
                <a:latin typeface="Arial"/>
                <a:ea typeface="Arial"/>
                <a:cs typeface="Arial"/>
              </a:defRPr>
            </a:lvl3pPr>
            <a:lvl4pPr>
              <a:buNone/>
              <a:defRPr sz="1800" b="1">
                <a:solidFill>
                  <a:srgbClr val="0B2341"/>
                </a:solidFill>
                <a:latin typeface="Arial"/>
                <a:ea typeface="Arial"/>
                <a:cs typeface="Arial"/>
              </a:defRPr>
            </a:lvl4pPr>
            <a:lvl5pPr>
              <a:buNone/>
              <a:defRPr sz="1800" b="1">
                <a:solidFill>
                  <a:srgbClr val="0B2341"/>
                </a:solidFill>
                <a:latin typeface="Arial"/>
                <a:ea typeface="Arial"/>
                <a:cs typeface="Arial"/>
              </a:defRPr>
            </a:lvl5pPr>
            <a:lvl6pPr>
              <a:buNone/>
              <a:defRPr sz="1800" b="1">
                <a:solidFill>
                  <a:srgbClr val="0B2341"/>
                </a:solidFill>
                <a:latin typeface="Arial"/>
                <a:ea typeface="Arial"/>
                <a:cs typeface="Arial"/>
              </a:defRPr>
            </a:lvl6pPr>
            <a:lvl7pPr>
              <a:buNone/>
              <a:defRPr sz="1800" b="1">
                <a:solidFill>
                  <a:srgbClr val="0B2341"/>
                </a:solidFill>
                <a:latin typeface="Arial"/>
                <a:ea typeface="Arial"/>
                <a:cs typeface="Arial"/>
              </a:defRPr>
            </a:lvl7pPr>
            <a:lvl8pPr>
              <a:buNone/>
              <a:defRPr sz="1800" b="1">
                <a:solidFill>
                  <a:srgbClr val="0B2341"/>
                </a:solidFill>
                <a:latin typeface="Arial"/>
                <a:ea typeface="Arial"/>
                <a:cs typeface="Arial"/>
              </a:defRPr>
            </a:lvl8pPr>
            <a:lvl9pPr>
              <a:buNone/>
              <a:defRPr sz="1800" b="1">
                <a:solidFill>
                  <a:srgbClr val="0B2341"/>
                </a:solidFill>
                <a:latin typeface="Arial"/>
                <a:ea typeface="Arial"/>
                <a:cs typeface="Arial"/>
              </a:defRPr>
            </a:lvl9pPr>
          </a:lstStyle>
          <a:p xmlns:a="http://schemas.openxmlformats.org/drawingml/2006/main">
            <a:pPr>
              <a:buNone/>
              <a:defRPr sz="1800" b="1">
                <a:solidFill>
                  <a:srgbClr val="0B2341"/>
                </a:solidFill>
                <a:latin typeface="Arial"/>
                <a:ea typeface="Arial"/>
                <a:cs typeface="Arial"/>
              </a:defRPr>
            </a:pPr>
            <a:r>
              <a:rPr sz="1800" b="1">
                <a:solidFill>
                  <a:srgbClr val="0B2341"/>
                </a:solidFill>
                <a:latin typeface="Arial"/>
                <a:ea typeface="Arial"/>
                <a:cs typeface="Arial"/>
              </a:rPr>
              <a:t>A one-page visual report with three business insights and a recommendation</a:t>
            </a:r>
          </a:p>
        </p:txBody>
      </p:sp>
      <p:sp>
        <p:nvSpPr>
          <p:cNvPr id="13" name="Fictional profile. Learning time includes practice and remains an">
            <a:extLst xmlns:a="http://schemas.openxmlformats.org/drawingml/2006/main">
              <a:ext uri="{FF2B5EF4-FFF2-40B4-BE49-F238E27FC236}">
                <a16:creationId xmlns:a16="http://schemas.microsoft.com/office/drawing/2014/main" id="{730A48F9-FC55-4A86-9F76-A27041C5B55F}"/>
              </a:ext>
            </a:extLst>
          </p:cNvPr>
          <p:cNvSpPr>
            <a:spLocks xmlns:a="http://schemas.openxmlformats.org/drawingml/2006/main" noGrp="1"/>
          </p:cNvSpPr>
          <p:nvPr/>
        </p:nvSpPr>
        <p:spPr>
          <a:xfrm xmlns:a="http://schemas.openxmlformats.org/drawingml/2006/main">
            <a:off x="609600" y="62579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0758B"/>
                </a:solidFill>
                <a:latin typeface="Arial"/>
                <a:ea typeface="Arial"/>
                <a:cs typeface="Arial"/>
              </a:defRPr>
            </a:defPPr>
            <a:lvl1pPr>
              <a:buNone/>
              <a:defRPr sz="1350" b="0">
                <a:solidFill>
                  <a:srgbClr val="60758B"/>
                </a:solidFill>
                <a:latin typeface="Arial"/>
                <a:ea typeface="Arial"/>
                <a:cs typeface="Arial"/>
              </a:defRPr>
            </a:lvl1pPr>
            <a:lvl2pPr>
              <a:buNone/>
              <a:defRPr sz="1350" b="0">
                <a:solidFill>
                  <a:srgbClr val="60758B"/>
                </a:solidFill>
                <a:latin typeface="Arial"/>
                <a:ea typeface="Arial"/>
                <a:cs typeface="Arial"/>
              </a:defRPr>
            </a:lvl2pPr>
            <a:lvl3pPr>
              <a:buNone/>
              <a:defRPr sz="1350" b="0">
                <a:solidFill>
                  <a:srgbClr val="60758B"/>
                </a:solidFill>
                <a:latin typeface="Arial"/>
                <a:ea typeface="Arial"/>
                <a:cs typeface="Arial"/>
              </a:defRPr>
            </a:lvl3pPr>
            <a:lvl4pPr>
              <a:buNone/>
              <a:defRPr sz="1350" b="0">
                <a:solidFill>
                  <a:srgbClr val="60758B"/>
                </a:solidFill>
                <a:latin typeface="Arial"/>
                <a:ea typeface="Arial"/>
                <a:cs typeface="Arial"/>
              </a:defRPr>
            </a:lvl4pPr>
            <a:lvl5pPr>
              <a:buNone/>
              <a:defRPr sz="1350" b="0">
                <a:solidFill>
                  <a:srgbClr val="60758B"/>
                </a:solidFill>
                <a:latin typeface="Arial"/>
                <a:ea typeface="Arial"/>
                <a:cs typeface="Arial"/>
              </a:defRPr>
            </a:lvl5pPr>
            <a:lvl6pPr>
              <a:buNone/>
              <a:defRPr sz="1350" b="0">
                <a:solidFill>
                  <a:srgbClr val="60758B"/>
                </a:solidFill>
                <a:latin typeface="Arial"/>
                <a:ea typeface="Arial"/>
                <a:cs typeface="Arial"/>
              </a:defRPr>
            </a:lvl6pPr>
            <a:lvl7pPr>
              <a:buNone/>
              <a:defRPr sz="1350" b="0">
                <a:solidFill>
                  <a:srgbClr val="60758B"/>
                </a:solidFill>
                <a:latin typeface="Arial"/>
                <a:ea typeface="Arial"/>
                <a:cs typeface="Arial"/>
              </a:defRPr>
            </a:lvl7pPr>
            <a:lvl8pPr>
              <a:buNone/>
              <a:defRPr sz="1350" b="0">
                <a:solidFill>
                  <a:srgbClr val="60758B"/>
                </a:solidFill>
                <a:latin typeface="Arial"/>
                <a:ea typeface="Arial"/>
                <a:cs typeface="Arial"/>
              </a:defRPr>
            </a:lvl8pPr>
            <a:lvl9pPr>
              <a:buNone/>
              <a:defRPr sz="1350" b="0">
                <a:solidFill>
                  <a:srgbClr val="60758B"/>
                </a:solidFill>
                <a:latin typeface="Arial"/>
                <a:ea typeface="Arial"/>
                <a:cs typeface="Arial"/>
              </a:defRPr>
            </a:lvl9pPr>
          </a:lstStyle>
          <a:p xmlns:a="http://schemas.openxmlformats.org/drawingml/2006/main">
            <a:pPr>
              <a:buNone/>
              <a:defRPr sz="1350" b="0">
                <a:solidFill>
                  <a:srgbClr val="60758B"/>
                </a:solidFill>
                <a:latin typeface="Arial"/>
                <a:ea typeface="Arial"/>
                <a:cs typeface="Arial"/>
              </a:defRPr>
            </a:pPr>
            <a:r>
              <a:rPr sz="1350" b="0">
                <a:solidFill>
                  <a:srgbClr val="60758B"/>
                </a:solidFill>
                <a:latin typeface="Arial"/>
                <a:ea typeface="Arial"/>
                <a:cs typeface="Arial"/>
              </a:rPr>
              <a:t>Fictional profile. Learning time includes practice and remains an estimate.</a:t>
            </a:r>
          </a:p>
        </p:txBody>
      </p:sp>
    </p:spTree>
    <p:extLst>
      <p:ext uri="{BB962C8B-B14F-4D97-AF65-F5344CB8AC3E}">
        <p14:creationId xmlns:p14="http://schemas.microsoft.com/office/powerpoint/2010/main" val="678865625"/>
      </p:ext>
    </p:extLst>
  </p:cSld>
</p:sld>
</file>

<file path=ppt/slides/slide5.xml><?xml version="1.0" encoding="utf-8"?>
<p:sld xmlns:p="http://schemas.openxmlformats.org/presentationml/2006/main">
  <p:cSld>
    <p:bg>
      <p:bgPr>
        <a:solidFill xmlns:a="http://schemas.openxmlformats.org/drawingml/2006/main">
          <a:srgbClr val="F3F7FC"/>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AB0FE91-5B57-47AA-98C2-F5AD1B870BE0}"/>
              </a:ext>
            </a:extLst>
          </p:cNvPr>
          <p:cNvPicPr>
            <a:picLocks xmlns:a="http://schemas.openxmlformats.org/drawingml/2006/main" noChangeAspect="1"/>
          </p:cNvPicPr>
          <p:nvPr/>
        </p:nvPicPr>
        <p:blipFill>
          <a:blip xmlns:r="http://schemas.openxmlformats.org/officeDocument/2006/relationships" xmlns:a="http://schemas.openxmlformats.org/drawingml/2006/main" r:embed="R31f1d782e608499c"/>
          <a:stretch xmlns:a="http://schemas.openxmlformats.org/drawingml/2006/main"/>
        </p:blipFill>
        <p:spPr>
          <a:xfrm xmlns:a="http://schemas.openxmlformats.org/drawingml/2006/main">
            <a:off x="621889" y="342900"/>
            <a:ext cx="1689923" cy="428625"/>
          </a:xfrm>
          <a:prstGeom xmlns:a="http://schemas.openxmlformats.org/drawingml/2006/main" prst="rect">
            <a:avLst/>
          </a:prstGeom>
        </p:spPr>
      </p:pic>
      <p:sp>
        <p:nvSpPr>
          <p:cNvPr id="2" name="05 / 08">
            <a:extLst xmlns:a="http://schemas.openxmlformats.org/drawingml/2006/main">
              <a:ext uri="{FF2B5EF4-FFF2-40B4-BE49-F238E27FC236}">
                <a16:creationId xmlns:a16="http://schemas.microsoft.com/office/drawing/2014/main" id="{0D291AC0-D925-446D-956C-B6DED9F039D9}"/>
              </a:ext>
            </a:extLst>
          </p:cNvPr>
          <p:cNvSpPr>
            <a:spLocks xmlns:a="http://schemas.openxmlformats.org/drawingml/2006/main" noGrp="1"/>
          </p:cNvSpPr>
          <p:nvPr/>
        </p:nvSpPr>
        <p:spPr>
          <a:xfrm xmlns:a="http://schemas.openxmlformats.org/drawingml/2006/main">
            <a:off x="10610850" y="457200"/>
            <a:ext cx="971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0758B"/>
                </a:solidFill>
                <a:latin typeface="Arial"/>
                <a:ea typeface="Arial"/>
                <a:cs typeface="Arial"/>
              </a:defRPr>
            </a:defPPr>
            <a:lvl1pPr>
              <a:buNone/>
              <a:defRPr sz="1350" b="0">
                <a:solidFill>
                  <a:srgbClr val="60758B"/>
                </a:solidFill>
                <a:latin typeface="Arial"/>
                <a:ea typeface="Arial"/>
                <a:cs typeface="Arial"/>
              </a:defRPr>
            </a:lvl1pPr>
            <a:lvl2pPr>
              <a:buNone/>
              <a:defRPr sz="1350" b="0">
                <a:solidFill>
                  <a:srgbClr val="60758B"/>
                </a:solidFill>
                <a:latin typeface="Arial"/>
                <a:ea typeface="Arial"/>
                <a:cs typeface="Arial"/>
              </a:defRPr>
            </a:lvl2pPr>
            <a:lvl3pPr>
              <a:buNone/>
              <a:defRPr sz="1350" b="0">
                <a:solidFill>
                  <a:srgbClr val="60758B"/>
                </a:solidFill>
                <a:latin typeface="Arial"/>
                <a:ea typeface="Arial"/>
                <a:cs typeface="Arial"/>
              </a:defRPr>
            </a:lvl3pPr>
            <a:lvl4pPr>
              <a:buNone/>
              <a:defRPr sz="1350" b="0">
                <a:solidFill>
                  <a:srgbClr val="60758B"/>
                </a:solidFill>
                <a:latin typeface="Arial"/>
                <a:ea typeface="Arial"/>
                <a:cs typeface="Arial"/>
              </a:defRPr>
            </a:lvl4pPr>
            <a:lvl5pPr>
              <a:buNone/>
              <a:defRPr sz="1350" b="0">
                <a:solidFill>
                  <a:srgbClr val="60758B"/>
                </a:solidFill>
                <a:latin typeface="Arial"/>
                <a:ea typeface="Arial"/>
                <a:cs typeface="Arial"/>
              </a:defRPr>
            </a:lvl5pPr>
            <a:lvl6pPr>
              <a:buNone/>
              <a:defRPr sz="1350" b="0">
                <a:solidFill>
                  <a:srgbClr val="60758B"/>
                </a:solidFill>
                <a:latin typeface="Arial"/>
                <a:ea typeface="Arial"/>
                <a:cs typeface="Arial"/>
              </a:defRPr>
            </a:lvl6pPr>
            <a:lvl7pPr>
              <a:buNone/>
              <a:defRPr sz="1350" b="0">
                <a:solidFill>
                  <a:srgbClr val="60758B"/>
                </a:solidFill>
                <a:latin typeface="Arial"/>
                <a:ea typeface="Arial"/>
                <a:cs typeface="Arial"/>
              </a:defRPr>
            </a:lvl7pPr>
            <a:lvl8pPr>
              <a:buNone/>
              <a:defRPr sz="1350" b="0">
                <a:solidFill>
                  <a:srgbClr val="60758B"/>
                </a:solidFill>
                <a:latin typeface="Arial"/>
                <a:ea typeface="Arial"/>
                <a:cs typeface="Arial"/>
              </a:defRPr>
            </a:lvl8pPr>
            <a:lvl9pPr>
              <a:buNone/>
              <a:defRPr sz="1350" b="0">
                <a:solidFill>
                  <a:srgbClr val="60758B"/>
                </a:solidFill>
                <a:latin typeface="Arial"/>
                <a:ea typeface="Arial"/>
                <a:cs typeface="Arial"/>
              </a:defRPr>
            </a:lvl9pPr>
          </a:lstStyle>
          <a:p xmlns:a="http://schemas.openxmlformats.org/drawingml/2006/main">
            <a:pPr>
              <a:buNone/>
              <a:defRPr sz="1350" b="0">
                <a:solidFill>
                  <a:srgbClr val="60758B"/>
                </a:solidFill>
                <a:latin typeface="Arial"/>
                <a:ea typeface="Arial"/>
                <a:cs typeface="Arial"/>
              </a:defRPr>
            </a:pPr>
            <a:r>
              <a:rPr sz="1350" b="0">
                <a:solidFill>
                  <a:srgbClr val="60758B"/>
                </a:solidFill>
                <a:latin typeface="Arial"/>
                <a:ea typeface="Arial"/>
                <a:cs typeface="Arial"/>
              </a:rPr>
              <a:t>05 / 08</a:t>
            </a:r>
          </a:p>
        </p:txBody>
      </p:sp>
      <p:sp>
        <p:nvSpPr>
          <p:cNvPr id="3" name="Working prototype demonstration">
            <a:extLst xmlns:a="http://schemas.openxmlformats.org/drawingml/2006/main">
              <a:ext uri="{FF2B5EF4-FFF2-40B4-BE49-F238E27FC236}">
                <a16:creationId xmlns:a16="http://schemas.microsoft.com/office/drawing/2014/main" id="{BDD692EC-28D1-4ADD-B84A-D0FC218A0561}"/>
              </a:ext>
            </a:extLst>
          </p:cNvPr>
          <p:cNvSpPr>
            <a:spLocks xmlns:a="http://schemas.openxmlformats.org/drawingml/2006/main" noGrp="1"/>
          </p:cNvSpPr>
          <p:nvPr/>
        </p:nvSpPr>
        <p:spPr>
          <a:xfrm xmlns:a="http://schemas.openxmlformats.org/drawingml/2006/main">
            <a:off x="609600" y="10763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B2341"/>
                </a:solidFill>
                <a:latin typeface="Arial"/>
                <a:ea typeface="Arial"/>
                <a:cs typeface="Arial"/>
              </a:defRPr>
            </a:defPPr>
            <a:lvl1pPr>
              <a:buNone/>
              <a:defRPr sz="3300" b="1">
                <a:solidFill>
                  <a:srgbClr val="0B2341"/>
                </a:solidFill>
                <a:latin typeface="Arial"/>
                <a:ea typeface="Arial"/>
                <a:cs typeface="Arial"/>
              </a:defRPr>
            </a:lvl1pPr>
            <a:lvl2pPr>
              <a:buNone/>
              <a:defRPr sz="3300" b="1">
                <a:solidFill>
                  <a:srgbClr val="0B2341"/>
                </a:solidFill>
                <a:latin typeface="Arial"/>
                <a:ea typeface="Arial"/>
                <a:cs typeface="Arial"/>
              </a:defRPr>
            </a:lvl2pPr>
            <a:lvl3pPr>
              <a:buNone/>
              <a:defRPr sz="3300" b="1">
                <a:solidFill>
                  <a:srgbClr val="0B2341"/>
                </a:solidFill>
                <a:latin typeface="Arial"/>
                <a:ea typeface="Arial"/>
                <a:cs typeface="Arial"/>
              </a:defRPr>
            </a:lvl3pPr>
            <a:lvl4pPr>
              <a:buNone/>
              <a:defRPr sz="3300" b="1">
                <a:solidFill>
                  <a:srgbClr val="0B2341"/>
                </a:solidFill>
                <a:latin typeface="Arial"/>
                <a:ea typeface="Arial"/>
                <a:cs typeface="Arial"/>
              </a:defRPr>
            </a:lvl4pPr>
            <a:lvl5pPr>
              <a:buNone/>
              <a:defRPr sz="3300" b="1">
                <a:solidFill>
                  <a:srgbClr val="0B2341"/>
                </a:solidFill>
                <a:latin typeface="Arial"/>
                <a:ea typeface="Arial"/>
                <a:cs typeface="Arial"/>
              </a:defRPr>
            </a:lvl5pPr>
            <a:lvl6pPr>
              <a:buNone/>
              <a:defRPr sz="3300" b="1">
                <a:solidFill>
                  <a:srgbClr val="0B2341"/>
                </a:solidFill>
                <a:latin typeface="Arial"/>
                <a:ea typeface="Arial"/>
                <a:cs typeface="Arial"/>
              </a:defRPr>
            </a:lvl6pPr>
            <a:lvl7pPr>
              <a:buNone/>
              <a:defRPr sz="3300" b="1">
                <a:solidFill>
                  <a:srgbClr val="0B2341"/>
                </a:solidFill>
                <a:latin typeface="Arial"/>
                <a:ea typeface="Arial"/>
                <a:cs typeface="Arial"/>
              </a:defRPr>
            </a:lvl7pPr>
            <a:lvl8pPr>
              <a:buNone/>
              <a:defRPr sz="3300" b="1">
                <a:solidFill>
                  <a:srgbClr val="0B2341"/>
                </a:solidFill>
                <a:latin typeface="Arial"/>
                <a:ea typeface="Arial"/>
                <a:cs typeface="Arial"/>
              </a:defRPr>
            </a:lvl8pPr>
            <a:lvl9pPr>
              <a:buNone/>
              <a:defRPr sz="3300" b="1">
                <a:solidFill>
                  <a:srgbClr val="0B2341"/>
                </a:solidFill>
                <a:latin typeface="Arial"/>
                <a:ea typeface="Arial"/>
                <a:cs typeface="Arial"/>
              </a:defRPr>
            </a:lvl9pPr>
          </a:lstStyle>
          <a:p xmlns:a="http://schemas.openxmlformats.org/drawingml/2006/main">
            <a:pPr>
              <a:buNone/>
              <a:defRPr sz="3300" b="1">
                <a:solidFill>
                  <a:srgbClr val="0B2341"/>
                </a:solidFill>
                <a:latin typeface="Arial"/>
                <a:ea typeface="Arial"/>
                <a:cs typeface="Arial"/>
              </a:defRPr>
            </a:pPr>
            <a:r>
              <a:rPr sz="3300" b="1">
                <a:solidFill>
                  <a:srgbClr val="0B2341"/>
                </a:solidFill>
                <a:latin typeface="Arial"/>
                <a:ea typeface="Arial"/>
                <a:cs typeface="Arial"/>
              </a:rPr>
              <a:t>Working prototype demonstration</a:t>
            </a:r>
          </a:p>
        </p:txBody>
      </p:sp>
      <p:sp>
        <p:nvSpPr>
          <p:cNvPr id="4" name="Video 2:35 - 3:30">
            <a:extLst xmlns:a="http://schemas.openxmlformats.org/drawingml/2006/main">
              <a:ext uri="{FF2B5EF4-FFF2-40B4-BE49-F238E27FC236}">
                <a16:creationId xmlns:a16="http://schemas.microsoft.com/office/drawing/2014/main" id="{F180645C-8554-44E8-BDF3-F0FAC3291F3B}"/>
              </a:ext>
            </a:extLst>
          </p:cNvPr>
          <p:cNvSpPr>
            <a:spLocks xmlns:a="http://schemas.openxmlformats.org/drawingml/2006/main" noGrp="1"/>
          </p:cNvSpPr>
          <p:nvPr/>
        </p:nvSpPr>
        <p:spPr>
          <a:xfrm xmlns:a="http://schemas.openxmlformats.org/drawingml/2006/main">
            <a:off x="609600" y="647700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0758B"/>
                </a:solidFill>
                <a:latin typeface="Arial"/>
                <a:ea typeface="Arial"/>
                <a:cs typeface="Arial"/>
              </a:defRPr>
            </a:defPPr>
            <a:lvl1pPr>
              <a:buNone/>
              <a:defRPr sz="1275" b="0">
                <a:solidFill>
                  <a:srgbClr val="60758B"/>
                </a:solidFill>
                <a:latin typeface="Arial"/>
                <a:ea typeface="Arial"/>
                <a:cs typeface="Arial"/>
              </a:defRPr>
            </a:lvl1pPr>
            <a:lvl2pPr>
              <a:buNone/>
              <a:defRPr sz="1275" b="0">
                <a:solidFill>
                  <a:srgbClr val="60758B"/>
                </a:solidFill>
                <a:latin typeface="Arial"/>
                <a:ea typeface="Arial"/>
                <a:cs typeface="Arial"/>
              </a:defRPr>
            </a:lvl2pPr>
            <a:lvl3pPr>
              <a:buNone/>
              <a:defRPr sz="1275" b="0">
                <a:solidFill>
                  <a:srgbClr val="60758B"/>
                </a:solidFill>
                <a:latin typeface="Arial"/>
                <a:ea typeface="Arial"/>
                <a:cs typeface="Arial"/>
              </a:defRPr>
            </a:lvl3pPr>
            <a:lvl4pPr>
              <a:buNone/>
              <a:defRPr sz="1275" b="0">
                <a:solidFill>
                  <a:srgbClr val="60758B"/>
                </a:solidFill>
                <a:latin typeface="Arial"/>
                <a:ea typeface="Arial"/>
                <a:cs typeface="Arial"/>
              </a:defRPr>
            </a:lvl4pPr>
            <a:lvl5pPr>
              <a:buNone/>
              <a:defRPr sz="1275" b="0">
                <a:solidFill>
                  <a:srgbClr val="60758B"/>
                </a:solidFill>
                <a:latin typeface="Arial"/>
                <a:ea typeface="Arial"/>
                <a:cs typeface="Arial"/>
              </a:defRPr>
            </a:lvl5pPr>
            <a:lvl6pPr>
              <a:buNone/>
              <a:defRPr sz="1275" b="0">
                <a:solidFill>
                  <a:srgbClr val="60758B"/>
                </a:solidFill>
                <a:latin typeface="Arial"/>
                <a:ea typeface="Arial"/>
                <a:cs typeface="Arial"/>
              </a:defRPr>
            </a:lvl6pPr>
            <a:lvl7pPr>
              <a:buNone/>
              <a:defRPr sz="1275" b="0">
                <a:solidFill>
                  <a:srgbClr val="60758B"/>
                </a:solidFill>
                <a:latin typeface="Arial"/>
                <a:ea typeface="Arial"/>
                <a:cs typeface="Arial"/>
              </a:defRPr>
            </a:lvl7pPr>
            <a:lvl8pPr>
              <a:buNone/>
              <a:defRPr sz="1275" b="0">
                <a:solidFill>
                  <a:srgbClr val="60758B"/>
                </a:solidFill>
                <a:latin typeface="Arial"/>
                <a:ea typeface="Arial"/>
                <a:cs typeface="Arial"/>
              </a:defRPr>
            </a:lvl8pPr>
            <a:lvl9pPr>
              <a:buNone/>
              <a:defRPr sz="1275" b="0">
                <a:solidFill>
                  <a:srgbClr val="60758B"/>
                </a:solidFill>
                <a:latin typeface="Arial"/>
                <a:ea typeface="Arial"/>
                <a:cs typeface="Arial"/>
              </a:defRPr>
            </a:lvl9pPr>
          </a:lstStyle>
          <a:p xmlns:a="http://schemas.openxmlformats.org/drawingml/2006/main">
            <a:pPr>
              <a:buNone/>
              <a:defRPr sz="1275" b="0">
                <a:solidFill>
                  <a:srgbClr val="60758B"/>
                </a:solidFill>
                <a:latin typeface="Arial"/>
                <a:ea typeface="Arial"/>
                <a:cs typeface="Arial"/>
              </a:defRPr>
            </a:pPr>
            <a:r>
              <a:rPr sz="1275" b="0">
                <a:solidFill>
                  <a:srgbClr val="60758B"/>
                </a:solidFill>
                <a:latin typeface="Arial"/>
                <a:ea typeface="Arial"/>
                <a:cs typeface="Arial"/>
              </a:rPr>
              <a:t>Video 2:35 - 3:30</a:t>
            </a:r>
          </a:p>
        </p:txBody>
      </p:sp>
      <p:sp>
        <p:nvSpPr>
          <p:cNvPr id="5" name="User confirms skills. The running app generates directions and a ">
            <a:extLst xmlns:a="http://schemas.openxmlformats.org/drawingml/2006/main">
              <a:ext uri="{FF2B5EF4-FFF2-40B4-BE49-F238E27FC236}">
                <a16:creationId xmlns:a16="http://schemas.microsoft.com/office/drawing/2014/main" id="{C0AF7B09-E88C-4EF0-AA5A-858505EE0BCB}"/>
              </a:ext>
            </a:extLst>
          </p:cNvPr>
          <p:cNvSpPr>
            <a:spLocks xmlns:a="http://schemas.openxmlformats.org/drawingml/2006/main" noGrp="1"/>
          </p:cNvSpPr>
          <p:nvPr/>
        </p:nvSpPr>
        <p:spPr>
          <a:xfrm xmlns:a="http://schemas.openxmlformats.org/drawingml/2006/main">
            <a:off x="609600" y="21812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B2341"/>
                </a:solidFill>
                <a:latin typeface="Arial"/>
                <a:ea typeface="Arial"/>
                <a:cs typeface="Arial"/>
              </a:defRPr>
            </a:defPPr>
            <a:lvl1pPr>
              <a:buNone/>
              <a:defRPr sz="2250" b="1">
                <a:solidFill>
                  <a:srgbClr val="0B2341"/>
                </a:solidFill>
                <a:latin typeface="Arial"/>
                <a:ea typeface="Arial"/>
                <a:cs typeface="Arial"/>
              </a:defRPr>
            </a:lvl1pPr>
            <a:lvl2pPr>
              <a:buNone/>
              <a:defRPr sz="2250" b="1">
                <a:solidFill>
                  <a:srgbClr val="0B2341"/>
                </a:solidFill>
                <a:latin typeface="Arial"/>
                <a:ea typeface="Arial"/>
                <a:cs typeface="Arial"/>
              </a:defRPr>
            </a:lvl2pPr>
            <a:lvl3pPr>
              <a:buNone/>
              <a:defRPr sz="2250" b="1">
                <a:solidFill>
                  <a:srgbClr val="0B2341"/>
                </a:solidFill>
                <a:latin typeface="Arial"/>
                <a:ea typeface="Arial"/>
                <a:cs typeface="Arial"/>
              </a:defRPr>
            </a:lvl3pPr>
            <a:lvl4pPr>
              <a:buNone/>
              <a:defRPr sz="2250" b="1">
                <a:solidFill>
                  <a:srgbClr val="0B2341"/>
                </a:solidFill>
                <a:latin typeface="Arial"/>
                <a:ea typeface="Arial"/>
                <a:cs typeface="Arial"/>
              </a:defRPr>
            </a:lvl4pPr>
            <a:lvl5pPr>
              <a:buNone/>
              <a:defRPr sz="2250" b="1">
                <a:solidFill>
                  <a:srgbClr val="0B2341"/>
                </a:solidFill>
                <a:latin typeface="Arial"/>
                <a:ea typeface="Arial"/>
                <a:cs typeface="Arial"/>
              </a:defRPr>
            </a:lvl5pPr>
            <a:lvl6pPr>
              <a:buNone/>
              <a:defRPr sz="2250" b="1">
                <a:solidFill>
                  <a:srgbClr val="0B2341"/>
                </a:solidFill>
                <a:latin typeface="Arial"/>
                <a:ea typeface="Arial"/>
                <a:cs typeface="Arial"/>
              </a:defRPr>
            </a:lvl6pPr>
            <a:lvl7pPr>
              <a:buNone/>
              <a:defRPr sz="2250" b="1">
                <a:solidFill>
                  <a:srgbClr val="0B2341"/>
                </a:solidFill>
                <a:latin typeface="Arial"/>
                <a:ea typeface="Arial"/>
                <a:cs typeface="Arial"/>
              </a:defRPr>
            </a:lvl7pPr>
            <a:lvl8pPr>
              <a:buNone/>
              <a:defRPr sz="2250" b="1">
                <a:solidFill>
                  <a:srgbClr val="0B2341"/>
                </a:solidFill>
                <a:latin typeface="Arial"/>
                <a:ea typeface="Arial"/>
                <a:cs typeface="Arial"/>
              </a:defRPr>
            </a:lvl8pPr>
            <a:lvl9pPr>
              <a:buNone/>
              <a:defRPr sz="2250" b="1">
                <a:solidFill>
                  <a:srgbClr val="0B2341"/>
                </a:solidFill>
                <a:latin typeface="Arial"/>
                <a:ea typeface="Arial"/>
                <a:cs typeface="Arial"/>
              </a:defRPr>
            </a:lvl9pPr>
          </a:lstStyle>
          <a:p xmlns:a="http://schemas.openxmlformats.org/drawingml/2006/main">
            <a:pPr>
              <a:buNone/>
              <a:defRPr sz="2250" b="1">
                <a:solidFill>
                  <a:srgbClr val="0B2341"/>
                </a:solidFill>
                <a:latin typeface="Arial"/>
                <a:ea typeface="Arial"/>
                <a:cs typeface="Arial"/>
              </a:defRPr>
            </a:pPr>
            <a:r>
              <a:rPr sz="2250" b="1">
                <a:solidFill>
                  <a:srgbClr val="0B2341"/>
                </a:solidFill>
                <a:latin typeface="Arial"/>
                <a:ea typeface="Arial"/>
                <a:cs typeface="Arial"/>
              </a:rPr>
              <a:t>User confirms skills. The running app generates directions and a saved plan.</a:t>
            </a:r>
          </a:p>
        </p:txBody>
      </p:sp>
      <p:pic>
        <p:nvPicPr>
          <p:cNvPr id="6" name="">
            <a:extLst xmlns:a="http://schemas.openxmlformats.org/drawingml/2006/main">
              <a:ext uri="{FF2B5EF4-FFF2-40B4-BE49-F238E27FC236}">
                <a16:creationId xmlns:a16="http://schemas.microsoft.com/office/drawing/2014/main" id="{37C85F28-BAF5-4D85-8232-FE9B6FD5EB94}"/>
              </a:ext>
            </a:extLst>
          </p:cNvPr>
          <p:cNvPicPr>
            <a:picLocks xmlns:a="http://schemas.openxmlformats.org/drawingml/2006/main" noChangeAspect="1"/>
          </p:cNvPicPr>
          <p:nvPr/>
        </p:nvPicPr>
        <p:blipFill>
          <a:blip xmlns:r="http://schemas.openxmlformats.org/officeDocument/2006/relationships" xmlns:a="http://schemas.openxmlformats.org/drawingml/2006/main" r:embed="Rf5356712092b4ab5"/>
          <a:stretch xmlns:a="http://schemas.openxmlformats.org/drawingml/2006/main"/>
        </p:blipFill>
        <p:spPr>
          <a:xfrm xmlns:a="http://schemas.openxmlformats.org/drawingml/2006/main">
            <a:off x="5524500" y="3134466"/>
            <a:ext cx="6057900" cy="3103668"/>
          </a:xfrm>
          <a:prstGeom xmlns:a="http://schemas.openxmlformats.org/drawingml/2006/main" prst="rect">
            <a:avLst/>
          </a:prstGeom>
        </p:spPr>
      </p:pic>
      <p:sp>
        <p:nvSpPr>
          <p:cNvPr id="7" name="88">
            <a:extLst xmlns:a="http://schemas.openxmlformats.org/drawingml/2006/main">
              <a:ext uri="{FF2B5EF4-FFF2-40B4-BE49-F238E27FC236}">
                <a16:creationId xmlns:a16="http://schemas.microsoft.com/office/drawing/2014/main" id="{06346203-7E38-4DD4-A8CE-E841EB7A7D93}"/>
              </a:ext>
            </a:extLst>
          </p:cNvPr>
          <p:cNvSpPr>
            <a:spLocks xmlns:a="http://schemas.openxmlformats.org/drawingml/2006/main" noGrp="1"/>
          </p:cNvSpPr>
          <p:nvPr/>
        </p:nvSpPr>
        <p:spPr>
          <a:xfrm xmlns:a="http://schemas.openxmlformats.org/drawingml/2006/main">
            <a:off x="609600" y="3105150"/>
            <a:ext cx="42005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6150" b="1">
                <a:solidFill>
                  <a:srgbClr val="245BF3"/>
                </a:solidFill>
                <a:latin typeface="Arial"/>
                <a:ea typeface="Arial"/>
                <a:cs typeface="Arial"/>
              </a:defRPr>
            </a:defPPr>
            <a:lvl1pPr>
              <a:buNone/>
              <a:defRPr sz="6150" b="1">
                <a:solidFill>
                  <a:srgbClr val="245BF3"/>
                </a:solidFill>
                <a:latin typeface="Arial"/>
                <a:ea typeface="Arial"/>
                <a:cs typeface="Arial"/>
              </a:defRPr>
            </a:lvl1pPr>
            <a:lvl2pPr>
              <a:buNone/>
              <a:defRPr sz="6150" b="1">
                <a:solidFill>
                  <a:srgbClr val="245BF3"/>
                </a:solidFill>
                <a:latin typeface="Arial"/>
                <a:ea typeface="Arial"/>
                <a:cs typeface="Arial"/>
              </a:defRPr>
            </a:lvl2pPr>
            <a:lvl3pPr>
              <a:buNone/>
              <a:defRPr sz="6150" b="1">
                <a:solidFill>
                  <a:srgbClr val="245BF3"/>
                </a:solidFill>
                <a:latin typeface="Arial"/>
                <a:ea typeface="Arial"/>
                <a:cs typeface="Arial"/>
              </a:defRPr>
            </a:lvl3pPr>
            <a:lvl4pPr>
              <a:buNone/>
              <a:defRPr sz="6150" b="1">
                <a:solidFill>
                  <a:srgbClr val="245BF3"/>
                </a:solidFill>
                <a:latin typeface="Arial"/>
                <a:ea typeface="Arial"/>
                <a:cs typeface="Arial"/>
              </a:defRPr>
            </a:lvl4pPr>
            <a:lvl5pPr>
              <a:buNone/>
              <a:defRPr sz="6150" b="1">
                <a:solidFill>
                  <a:srgbClr val="245BF3"/>
                </a:solidFill>
                <a:latin typeface="Arial"/>
                <a:ea typeface="Arial"/>
                <a:cs typeface="Arial"/>
              </a:defRPr>
            </a:lvl5pPr>
            <a:lvl6pPr>
              <a:buNone/>
              <a:defRPr sz="6150" b="1">
                <a:solidFill>
                  <a:srgbClr val="245BF3"/>
                </a:solidFill>
                <a:latin typeface="Arial"/>
                <a:ea typeface="Arial"/>
                <a:cs typeface="Arial"/>
              </a:defRPr>
            </a:lvl6pPr>
            <a:lvl7pPr>
              <a:buNone/>
              <a:defRPr sz="6150" b="1">
                <a:solidFill>
                  <a:srgbClr val="245BF3"/>
                </a:solidFill>
                <a:latin typeface="Arial"/>
                <a:ea typeface="Arial"/>
                <a:cs typeface="Arial"/>
              </a:defRPr>
            </a:lvl7pPr>
            <a:lvl8pPr>
              <a:buNone/>
              <a:defRPr sz="6150" b="1">
                <a:solidFill>
                  <a:srgbClr val="245BF3"/>
                </a:solidFill>
                <a:latin typeface="Arial"/>
                <a:ea typeface="Arial"/>
                <a:cs typeface="Arial"/>
              </a:defRPr>
            </a:lvl8pPr>
            <a:lvl9pPr>
              <a:buNone/>
              <a:defRPr sz="6150" b="1">
                <a:solidFill>
                  <a:srgbClr val="245BF3"/>
                </a:solidFill>
                <a:latin typeface="Arial"/>
                <a:ea typeface="Arial"/>
                <a:cs typeface="Arial"/>
              </a:defRPr>
            </a:lvl9pPr>
          </a:lstStyle>
          <a:p xmlns:a="http://schemas.openxmlformats.org/drawingml/2006/main">
            <a:pPr>
              <a:buNone/>
              <a:defRPr sz="6150" b="1">
                <a:solidFill>
                  <a:srgbClr val="245BF3"/>
                </a:solidFill>
                <a:latin typeface="Arial"/>
                <a:ea typeface="Arial"/>
                <a:cs typeface="Arial"/>
              </a:defRPr>
            </a:pPr>
            <a:r>
              <a:rPr sz="6150" b="1">
                <a:solidFill>
                  <a:srgbClr val="245BF3"/>
                </a:solidFill>
                <a:latin typeface="Arial"/>
                <a:ea typeface="Arial"/>
                <a:cs typeface="Arial"/>
              </a:rPr>
              <a:t>88</a:t>
            </a:r>
          </a:p>
        </p:txBody>
      </p:sp>
      <p:sp>
        <p:nvSpPr>
          <p:cNvPr id="8" name="Initial fit reference">
            <a:extLst xmlns:a="http://schemas.openxmlformats.org/drawingml/2006/main">
              <a:ext uri="{FF2B5EF4-FFF2-40B4-BE49-F238E27FC236}">
                <a16:creationId xmlns:a16="http://schemas.microsoft.com/office/drawing/2014/main" id="{72771ACE-38E9-42DD-AA7D-51715E0655F3}"/>
              </a:ext>
            </a:extLst>
          </p:cNvPr>
          <p:cNvSpPr>
            <a:spLocks xmlns:a="http://schemas.openxmlformats.org/drawingml/2006/main" noGrp="1"/>
          </p:cNvSpPr>
          <p:nvPr/>
        </p:nvSpPr>
        <p:spPr>
          <a:xfrm xmlns:a="http://schemas.openxmlformats.org/drawingml/2006/main">
            <a:off x="609600" y="4076700"/>
            <a:ext cx="4200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B2341"/>
                </a:solidFill>
                <a:latin typeface="Arial"/>
                <a:ea typeface="Arial"/>
                <a:cs typeface="Arial"/>
              </a:defRPr>
            </a:defPPr>
            <a:lvl1pPr>
              <a:buNone/>
              <a:defRPr sz="2025" b="1">
                <a:solidFill>
                  <a:srgbClr val="0B2341"/>
                </a:solidFill>
                <a:latin typeface="Arial"/>
                <a:ea typeface="Arial"/>
                <a:cs typeface="Arial"/>
              </a:defRPr>
            </a:lvl1pPr>
            <a:lvl2pPr>
              <a:buNone/>
              <a:defRPr sz="2025" b="1">
                <a:solidFill>
                  <a:srgbClr val="0B2341"/>
                </a:solidFill>
                <a:latin typeface="Arial"/>
                <a:ea typeface="Arial"/>
                <a:cs typeface="Arial"/>
              </a:defRPr>
            </a:lvl2pPr>
            <a:lvl3pPr>
              <a:buNone/>
              <a:defRPr sz="2025" b="1">
                <a:solidFill>
                  <a:srgbClr val="0B2341"/>
                </a:solidFill>
                <a:latin typeface="Arial"/>
                <a:ea typeface="Arial"/>
                <a:cs typeface="Arial"/>
              </a:defRPr>
            </a:lvl3pPr>
            <a:lvl4pPr>
              <a:buNone/>
              <a:defRPr sz="2025" b="1">
                <a:solidFill>
                  <a:srgbClr val="0B2341"/>
                </a:solidFill>
                <a:latin typeface="Arial"/>
                <a:ea typeface="Arial"/>
                <a:cs typeface="Arial"/>
              </a:defRPr>
            </a:lvl4pPr>
            <a:lvl5pPr>
              <a:buNone/>
              <a:defRPr sz="2025" b="1">
                <a:solidFill>
                  <a:srgbClr val="0B2341"/>
                </a:solidFill>
                <a:latin typeface="Arial"/>
                <a:ea typeface="Arial"/>
                <a:cs typeface="Arial"/>
              </a:defRPr>
            </a:lvl5pPr>
            <a:lvl6pPr>
              <a:buNone/>
              <a:defRPr sz="2025" b="1">
                <a:solidFill>
                  <a:srgbClr val="0B2341"/>
                </a:solidFill>
                <a:latin typeface="Arial"/>
                <a:ea typeface="Arial"/>
                <a:cs typeface="Arial"/>
              </a:defRPr>
            </a:lvl6pPr>
            <a:lvl7pPr>
              <a:buNone/>
              <a:defRPr sz="2025" b="1">
                <a:solidFill>
                  <a:srgbClr val="0B2341"/>
                </a:solidFill>
                <a:latin typeface="Arial"/>
                <a:ea typeface="Arial"/>
                <a:cs typeface="Arial"/>
              </a:defRPr>
            </a:lvl7pPr>
            <a:lvl8pPr>
              <a:buNone/>
              <a:defRPr sz="2025" b="1">
                <a:solidFill>
                  <a:srgbClr val="0B2341"/>
                </a:solidFill>
                <a:latin typeface="Arial"/>
                <a:ea typeface="Arial"/>
                <a:cs typeface="Arial"/>
              </a:defRPr>
            </a:lvl8pPr>
            <a:lvl9pPr>
              <a:buNone/>
              <a:defRPr sz="2025" b="1">
                <a:solidFill>
                  <a:srgbClr val="0B2341"/>
                </a:solidFill>
                <a:latin typeface="Arial"/>
                <a:ea typeface="Arial"/>
                <a:cs typeface="Arial"/>
              </a:defRPr>
            </a:lvl9pPr>
          </a:lstStyle>
          <a:p xmlns:a="http://schemas.openxmlformats.org/drawingml/2006/main">
            <a:pPr>
              <a:buNone/>
              <a:defRPr sz="2025" b="1">
                <a:solidFill>
                  <a:srgbClr val="0B2341"/>
                </a:solidFill>
                <a:latin typeface="Arial"/>
                <a:ea typeface="Arial"/>
                <a:cs typeface="Arial"/>
              </a:defRPr>
            </a:pPr>
            <a:r>
              <a:rPr sz="2025" b="1">
                <a:solidFill>
                  <a:srgbClr val="0B2341"/>
                </a:solidFill>
                <a:latin typeface="Arial"/>
                <a:ea typeface="Arial"/>
                <a:cs typeface="Arial"/>
              </a:rPr>
              <a:t>Initial fit reference</a:t>
            </a:r>
          </a:p>
        </p:txBody>
      </p:sp>
      <p:sp>
        <p:nvSpPr>
          <p:cNvPr id="9" name="4 / 5 skills covered 4 hours / week 10-week saved plan">
            <a:extLst xmlns:a="http://schemas.openxmlformats.org/drawingml/2006/main">
              <a:ext uri="{FF2B5EF4-FFF2-40B4-BE49-F238E27FC236}">
                <a16:creationId xmlns:a16="http://schemas.microsoft.com/office/drawing/2014/main" id="{34A0245F-BDBE-4AC6-BB5E-580E133C5E8D}"/>
              </a:ext>
            </a:extLst>
          </p:cNvPr>
          <p:cNvSpPr>
            <a:spLocks xmlns:a="http://schemas.openxmlformats.org/drawingml/2006/main" noGrp="1"/>
          </p:cNvSpPr>
          <p:nvPr/>
        </p:nvSpPr>
        <p:spPr>
          <a:xfrm xmlns:a="http://schemas.openxmlformats.org/drawingml/2006/main">
            <a:off x="609600" y="4810125"/>
            <a:ext cx="420052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0B2341"/>
                </a:solidFill>
                <a:latin typeface="Arial"/>
                <a:ea typeface="Arial"/>
                <a:cs typeface="Arial"/>
              </a:defRPr>
            </a:defPPr>
            <a:lvl1pPr>
              <a:buNone/>
              <a:defRPr sz="2100" b="0">
                <a:solidFill>
                  <a:srgbClr val="0B2341"/>
                </a:solidFill>
                <a:latin typeface="Arial"/>
                <a:ea typeface="Arial"/>
                <a:cs typeface="Arial"/>
              </a:defRPr>
            </a:lvl1pPr>
            <a:lvl2pPr>
              <a:buNone/>
              <a:defRPr sz="2100" b="0">
                <a:solidFill>
                  <a:srgbClr val="0B2341"/>
                </a:solidFill>
                <a:latin typeface="Arial"/>
                <a:ea typeface="Arial"/>
                <a:cs typeface="Arial"/>
              </a:defRPr>
            </a:lvl2pPr>
            <a:lvl3pPr>
              <a:buNone/>
              <a:defRPr sz="2100" b="0">
                <a:solidFill>
                  <a:srgbClr val="0B2341"/>
                </a:solidFill>
                <a:latin typeface="Arial"/>
                <a:ea typeface="Arial"/>
                <a:cs typeface="Arial"/>
              </a:defRPr>
            </a:lvl3pPr>
            <a:lvl4pPr>
              <a:buNone/>
              <a:defRPr sz="2100" b="0">
                <a:solidFill>
                  <a:srgbClr val="0B2341"/>
                </a:solidFill>
                <a:latin typeface="Arial"/>
                <a:ea typeface="Arial"/>
                <a:cs typeface="Arial"/>
              </a:defRPr>
            </a:lvl4pPr>
            <a:lvl5pPr>
              <a:buNone/>
              <a:defRPr sz="2100" b="0">
                <a:solidFill>
                  <a:srgbClr val="0B2341"/>
                </a:solidFill>
                <a:latin typeface="Arial"/>
                <a:ea typeface="Arial"/>
                <a:cs typeface="Arial"/>
              </a:defRPr>
            </a:lvl5pPr>
            <a:lvl6pPr>
              <a:buNone/>
              <a:defRPr sz="2100" b="0">
                <a:solidFill>
                  <a:srgbClr val="0B2341"/>
                </a:solidFill>
                <a:latin typeface="Arial"/>
                <a:ea typeface="Arial"/>
                <a:cs typeface="Arial"/>
              </a:defRPr>
            </a:lvl6pPr>
            <a:lvl7pPr>
              <a:buNone/>
              <a:defRPr sz="2100" b="0">
                <a:solidFill>
                  <a:srgbClr val="0B2341"/>
                </a:solidFill>
                <a:latin typeface="Arial"/>
                <a:ea typeface="Arial"/>
                <a:cs typeface="Arial"/>
              </a:defRPr>
            </a:lvl7pPr>
            <a:lvl8pPr>
              <a:buNone/>
              <a:defRPr sz="2100" b="0">
                <a:solidFill>
                  <a:srgbClr val="0B2341"/>
                </a:solidFill>
                <a:latin typeface="Arial"/>
                <a:ea typeface="Arial"/>
                <a:cs typeface="Arial"/>
              </a:defRPr>
            </a:lvl8pPr>
            <a:lvl9pPr>
              <a:buNone/>
              <a:defRPr sz="2100" b="0">
                <a:solidFill>
                  <a:srgbClr val="0B2341"/>
                </a:solidFill>
                <a:latin typeface="Arial"/>
                <a:ea typeface="Arial"/>
                <a:cs typeface="Arial"/>
              </a:defRPr>
            </a:lvl9pPr>
          </a:lstStyle>
          <a:p xmlns:a="http://schemas.openxmlformats.org/drawingml/2006/main">
            <a:pPr>
              <a:buNone/>
              <a:defRPr sz="2100" b="0">
                <a:solidFill>
                  <a:srgbClr val="0B2341"/>
                </a:solidFill>
                <a:latin typeface="Arial"/>
                <a:ea typeface="Arial"/>
                <a:cs typeface="Arial"/>
              </a:defRPr>
            </a:pPr>
            <a:r>
              <a:rPr sz="2100" b="0">
                <a:solidFill>
                  <a:srgbClr val="0B2341"/>
                </a:solidFill>
                <a:latin typeface="Arial"/>
                <a:ea typeface="Arial"/>
                <a:cs typeface="Arial"/>
              </a:rPr>
              <a:t>4 / 5 skills covered</a:t>
            </a:r>
          </a:p>
          <a:p xmlns:a="http://schemas.openxmlformats.org/drawingml/2006/main">
            <a:pPr>
              <a:buNone/>
              <a:defRPr sz="2100" b="0">
                <a:solidFill>
                  <a:srgbClr val="0B2341"/>
                </a:solidFill>
                <a:latin typeface="Arial"/>
                <a:ea typeface="Arial"/>
                <a:cs typeface="Arial"/>
              </a:defRPr>
            </a:pPr>
            <a:r>
              <a:rPr sz="2100" b="0">
                <a:solidFill>
                  <a:srgbClr val="0B2341"/>
                </a:solidFill>
                <a:latin typeface="Arial"/>
                <a:ea typeface="Arial"/>
                <a:cs typeface="Arial"/>
              </a:rPr>
              <a:t>4 hours / week</a:t>
            </a:r>
          </a:p>
          <a:p xmlns:a="http://schemas.openxmlformats.org/drawingml/2006/main">
            <a:pPr>
              <a:buNone/>
              <a:defRPr sz="2100" b="0">
                <a:solidFill>
                  <a:srgbClr val="0B2341"/>
                </a:solidFill>
                <a:latin typeface="Arial"/>
                <a:ea typeface="Arial"/>
                <a:cs typeface="Arial"/>
              </a:defRPr>
            </a:pPr>
            <a:r>
              <a:rPr sz="2100" b="0">
                <a:solidFill>
                  <a:srgbClr val="0B2341"/>
                </a:solidFill>
                <a:latin typeface="Arial"/>
                <a:ea typeface="Arial"/>
                <a:cs typeface="Arial"/>
              </a:rPr>
              <a:t>10-week saved plan</a:t>
            </a:r>
          </a:p>
        </p:txBody>
      </p:sp>
    </p:spTree>
    <p:extLst>
      <p:ext uri="{BB962C8B-B14F-4D97-AF65-F5344CB8AC3E}">
        <p14:creationId xmlns:p14="http://schemas.microsoft.com/office/powerpoint/2010/main" val="875067606"/>
      </p:ext>
    </p:extLst>
  </p:cSld>
</p:sld>
</file>

<file path=ppt/slides/slide6.xml><?xml version="1.0" encoding="utf-8"?>
<p:sld xmlns:p="http://schemas.openxmlformats.org/presentationml/2006/main">
  <p:cSld>
    <p:bg>
      <p:bgPr>
        <a:solidFill xmlns:a="http://schemas.openxmlformats.org/drawingml/2006/main">
          <a:srgbClr val="F3F7FC"/>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1BDE9518-A66D-40C0-8331-36BC4FABCC04}"/>
              </a:ext>
            </a:extLst>
          </p:cNvPr>
          <p:cNvPicPr>
            <a:picLocks xmlns:a="http://schemas.openxmlformats.org/drawingml/2006/main" noChangeAspect="1"/>
          </p:cNvPicPr>
          <p:nvPr/>
        </p:nvPicPr>
        <p:blipFill>
          <a:blip xmlns:r="http://schemas.openxmlformats.org/officeDocument/2006/relationships" xmlns:a="http://schemas.openxmlformats.org/drawingml/2006/main" r:embed="Rd89dc143e3aa4409"/>
          <a:stretch xmlns:a="http://schemas.openxmlformats.org/drawingml/2006/main"/>
        </p:blipFill>
        <p:spPr>
          <a:xfrm xmlns:a="http://schemas.openxmlformats.org/drawingml/2006/main">
            <a:off x="621889" y="342900"/>
            <a:ext cx="1689923" cy="428625"/>
          </a:xfrm>
          <a:prstGeom xmlns:a="http://schemas.openxmlformats.org/drawingml/2006/main" prst="rect">
            <a:avLst/>
          </a:prstGeom>
        </p:spPr>
      </p:pic>
      <p:sp>
        <p:nvSpPr>
          <p:cNvPr id="2" name="06 / 08">
            <a:extLst xmlns:a="http://schemas.openxmlformats.org/drawingml/2006/main">
              <a:ext uri="{FF2B5EF4-FFF2-40B4-BE49-F238E27FC236}">
                <a16:creationId xmlns:a16="http://schemas.microsoft.com/office/drawing/2014/main" id="{D06F21B0-D5DA-40E6-8413-28FE86F1AEAC}"/>
              </a:ext>
            </a:extLst>
          </p:cNvPr>
          <p:cNvSpPr>
            <a:spLocks xmlns:a="http://schemas.openxmlformats.org/drawingml/2006/main" noGrp="1"/>
          </p:cNvSpPr>
          <p:nvPr/>
        </p:nvSpPr>
        <p:spPr>
          <a:xfrm xmlns:a="http://schemas.openxmlformats.org/drawingml/2006/main">
            <a:off x="10610850" y="457200"/>
            <a:ext cx="971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0758B"/>
                </a:solidFill>
                <a:latin typeface="Arial"/>
                <a:ea typeface="Arial"/>
                <a:cs typeface="Arial"/>
              </a:defRPr>
            </a:defPPr>
            <a:lvl1pPr>
              <a:buNone/>
              <a:defRPr sz="1350" b="0">
                <a:solidFill>
                  <a:srgbClr val="60758B"/>
                </a:solidFill>
                <a:latin typeface="Arial"/>
                <a:ea typeface="Arial"/>
                <a:cs typeface="Arial"/>
              </a:defRPr>
            </a:lvl1pPr>
            <a:lvl2pPr>
              <a:buNone/>
              <a:defRPr sz="1350" b="0">
                <a:solidFill>
                  <a:srgbClr val="60758B"/>
                </a:solidFill>
                <a:latin typeface="Arial"/>
                <a:ea typeface="Arial"/>
                <a:cs typeface="Arial"/>
              </a:defRPr>
            </a:lvl2pPr>
            <a:lvl3pPr>
              <a:buNone/>
              <a:defRPr sz="1350" b="0">
                <a:solidFill>
                  <a:srgbClr val="60758B"/>
                </a:solidFill>
                <a:latin typeface="Arial"/>
                <a:ea typeface="Arial"/>
                <a:cs typeface="Arial"/>
              </a:defRPr>
            </a:lvl3pPr>
            <a:lvl4pPr>
              <a:buNone/>
              <a:defRPr sz="1350" b="0">
                <a:solidFill>
                  <a:srgbClr val="60758B"/>
                </a:solidFill>
                <a:latin typeface="Arial"/>
                <a:ea typeface="Arial"/>
                <a:cs typeface="Arial"/>
              </a:defRPr>
            </a:lvl4pPr>
            <a:lvl5pPr>
              <a:buNone/>
              <a:defRPr sz="1350" b="0">
                <a:solidFill>
                  <a:srgbClr val="60758B"/>
                </a:solidFill>
                <a:latin typeface="Arial"/>
                <a:ea typeface="Arial"/>
                <a:cs typeface="Arial"/>
              </a:defRPr>
            </a:lvl5pPr>
            <a:lvl6pPr>
              <a:buNone/>
              <a:defRPr sz="1350" b="0">
                <a:solidFill>
                  <a:srgbClr val="60758B"/>
                </a:solidFill>
                <a:latin typeface="Arial"/>
                <a:ea typeface="Arial"/>
                <a:cs typeface="Arial"/>
              </a:defRPr>
            </a:lvl6pPr>
            <a:lvl7pPr>
              <a:buNone/>
              <a:defRPr sz="1350" b="0">
                <a:solidFill>
                  <a:srgbClr val="60758B"/>
                </a:solidFill>
                <a:latin typeface="Arial"/>
                <a:ea typeface="Arial"/>
                <a:cs typeface="Arial"/>
              </a:defRPr>
            </a:lvl7pPr>
            <a:lvl8pPr>
              <a:buNone/>
              <a:defRPr sz="1350" b="0">
                <a:solidFill>
                  <a:srgbClr val="60758B"/>
                </a:solidFill>
                <a:latin typeface="Arial"/>
                <a:ea typeface="Arial"/>
                <a:cs typeface="Arial"/>
              </a:defRPr>
            </a:lvl8pPr>
            <a:lvl9pPr>
              <a:buNone/>
              <a:defRPr sz="1350" b="0">
                <a:solidFill>
                  <a:srgbClr val="60758B"/>
                </a:solidFill>
                <a:latin typeface="Arial"/>
                <a:ea typeface="Arial"/>
                <a:cs typeface="Arial"/>
              </a:defRPr>
            </a:lvl9pPr>
          </a:lstStyle>
          <a:p xmlns:a="http://schemas.openxmlformats.org/drawingml/2006/main">
            <a:pPr>
              <a:buNone/>
              <a:defRPr sz="1350" b="0">
                <a:solidFill>
                  <a:srgbClr val="60758B"/>
                </a:solidFill>
                <a:latin typeface="Arial"/>
                <a:ea typeface="Arial"/>
                <a:cs typeface="Arial"/>
              </a:defRPr>
            </a:pPr>
            <a:r>
              <a:rPr sz="1350" b="0">
                <a:solidFill>
                  <a:srgbClr val="60758B"/>
                </a:solidFill>
                <a:latin typeface="Arial"/>
                <a:ea typeface="Arial"/>
                <a:cs typeface="Arial"/>
              </a:rPr>
              <a:t>06 / 08</a:t>
            </a:r>
          </a:p>
        </p:txBody>
      </p:sp>
      <p:sp>
        <p:nvSpPr>
          <p:cNvPr id="3" name="Trend evidence and uncertainty">
            <a:extLst xmlns:a="http://schemas.openxmlformats.org/drawingml/2006/main">
              <a:ext uri="{FF2B5EF4-FFF2-40B4-BE49-F238E27FC236}">
                <a16:creationId xmlns:a16="http://schemas.microsoft.com/office/drawing/2014/main" id="{C68DBFB8-C5D7-42F9-8685-0D9CBBACF624}"/>
              </a:ext>
            </a:extLst>
          </p:cNvPr>
          <p:cNvSpPr>
            <a:spLocks xmlns:a="http://schemas.openxmlformats.org/drawingml/2006/main" noGrp="1"/>
          </p:cNvSpPr>
          <p:nvPr/>
        </p:nvSpPr>
        <p:spPr>
          <a:xfrm xmlns:a="http://schemas.openxmlformats.org/drawingml/2006/main">
            <a:off x="609600" y="10763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B2341"/>
                </a:solidFill>
                <a:latin typeface="Arial"/>
                <a:ea typeface="Arial"/>
                <a:cs typeface="Arial"/>
              </a:defRPr>
            </a:defPPr>
            <a:lvl1pPr>
              <a:buNone/>
              <a:defRPr sz="3300" b="1">
                <a:solidFill>
                  <a:srgbClr val="0B2341"/>
                </a:solidFill>
                <a:latin typeface="Arial"/>
                <a:ea typeface="Arial"/>
                <a:cs typeface="Arial"/>
              </a:defRPr>
            </a:lvl1pPr>
            <a:lvl2pPr>
              <a:buNone/>
              <a:defRPr sz="3300" b="1">
                <a:solidFill>
                  <a:srgbClr val="0B2341"/>
                </a:solidFill>
                <a:latin typeface="Arial"/>
                <a:ea typeface="Arial"/>
                <a:cs typeface="Arial"/>
              </a:defRPr>
            </a:lvl2pPr>
            <a:lvl3pPr>
              <a:buNone/>
              <a:defRPr sz="3300" b="1">
                <a:solidFill>
                  <a:srgbClr val="0B2341"/>
                </a:solidFill>
                <a:latin typeface="Arial"/>
                <a:ea typeface="Arial"/>
                <a:cs typeface="Arial"/>
              </a:defRPr>
            </a:lvl3pPr>
            <a:lvl4pPr>
              <a:buNone/>
              <a:defRPr sz="3300" b="1">
                <a:solidFill>
                  <a:srgbClr val="0B2341"/>
                </a:solidFill>
                <a:latin typeface="Arial"/>
                <a:ea typeface="Arial"/>
                <a:cs typeface="Arial"/>
              </a:defRPr>
            </a:lvl4pPr>
            <a:lvl5pPr>
              <a:buNone/>
              <a:defRPr sz="3300" b="1">
                <a:solidFill>
                  <a:srgbClr val="0B2341"/>
                </a:solidFill>
                <a:latin typeface="Arial"/>
                <a:ea typeface="Arial"/>
                <a:cs typeface="Arial"/>
              </a:defRPr>
            </a:lvl5pPr>
            <a:lvl6pPr>
              <a:buNone/>
              <a:defRPr sz="3300" b="1">
                <a:solidFill>
                  <a:srgbClr val="0B2341"/>
                </a:solidFill>
                <a:latin typeface="Arial"/>
                <a:ea typeface="Arial"/>
                <a:cs typeface="Arial"/>
              </a:defRPr>
            </a:lvl6pPr>
            <a:lvl7pPr>
              <a:buNone/>
              <a:defRPr sz="3300" b="1">
                <a:solidFill>
                  <a:srgbClr val="0B2341"/>
                </a:solidFill>
                <a:latin typeface="Arial"/>
                <a:ea typeface="Arial"/>
                <a:cs typeface="Arial"/>
              </a:defRPr>
            </a:lvl7pPr>
            <a:lvl8pPr>
              <a:buNone/>
              <a:defRPr sz="3300" b="1">
                <a:solidFill>
                  <a:srgbClr val="0B2341"/>
                </a:solidFill>
                <a:latin typeface="Arial"/>
                <a:ea typeface="Arial"/>
                <a:cs typeface="Arial"/>
              </a:defRPr>
            </a:lvl8pPr>
            <a:lvl9pPr>
              <a:buNone/>
              <a:defRPr sz="3300" b="1">
                <a:solidFill>
                  <a:srgbClr val="0B2341"/>
                </a:solidFill>
                <a:latin typeface="Arial"/>
                <a:ea typeface="Arial"/>
                <a:cs typeface="Arial"/>
              </a:defRPr>
            </a:lvl9pPr>
          </a:lstStyle>
          <a:p xmlns:a="http://schemas.openxmlformats.org/drawingml/2006/main">
            <a:pPr>
              <a:buNone/>
              <a:defRPr sz="3300" b="1">
                <a:solidFill>
                  <a:srgbClr val="0B2341"/>
                </a:solidFill>
                <a:latin typeface="Arial"/>
                <a:ea typeface="Arial"/>
                <a:cs typeface="Arial"/>
              </a:defRPr>
            </a:pPr>
            <a:r>
              <a:rPr sz="3300" b="1">
                <a:solidFill>
                  <a:srgbClr val="0B2341"/>
                </a:solidFill>
                <a:latin typeface="Arial"/>
                <a:ea typeface="Arial"/>
                <a:cs typeface="Arial"/>
              </a:rPr>
              <a:t>Evidence and the final AI layer</a:t>
            </a:r>
          </a:p>
        </p:txBody>
      </p:sp>
      <p:sp>
        <p:nvSpPr>
          <p:cNvPr id="4" name="Video 3:30 - 4:45">
            <a:extLst xmlns:a="http://schemas.openxmlformats.org/drawingml/2006/main">
              <a:ext uri="{FF2B5EF4-FFF2-40B4-BE49-F238E27FC236}">
                <a16:creationId xmlns:a16="http://schemas.microsoft.com/office/drawing/2014/main" id="{72AFBD92-BCEC-4CBA-8985-D863109CFA45}"/>
              </a:ext>
            </a:extLst>
          </p:cNvPr>
          <p:cNvSpPr>
            <a:spLocks xmlns:a="http://schemas.openxmlformats.org/drawingml/2006/main" noGrp="1"/>
          </p:cNvSpPr>
          <p:nvPr/>
        </p:nvSpPr>
        <p:spPr>
          <a:xfrm xmlns:a="http://schemas.openxmlformats.org/drawingml/2006/main">
            <a:off x="609600" y="647700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0758B"/>
                </a:solidFill>
                <a:latin typeface="Arial"/>
                <a:ea typeface="Arial"/>
                <a:cs typeface="Arial"/>
              </a:defRPr>
            </a:defPPr>
            <a:lvl1pPr>
              <a:buNone/>
              <a:defRPr sz="1275" b="0">
                <a:solidFill>
                  <a:srgbClr val="60758B"/>
                </a:solidFill>
                <a:latin typeface="Arial"/>
                <a:ea typeface="Arial"/>
                <a:cs typeface="Arial"/>
              </a:defRPr>
            </a:lvl1pPr>
            <a:lvl2pPr>
              <a:buNone/>
              <a:defRPr sz="1275" b="0">
                <a:solidFill>
                  <a:srgbClr val="60758B"/>
                </a:solidFill>
                <a:latin typeface="Arial"/>
                <a:ea typeface="Arial"/>
                <a:cs typeface="Arial"/>
              </a:defRPr>
            </a:lvl2pPr>
            <a:lvl3pPr>
              <a:buNone/>
              <a:defRPr sz="1275" b="0">
                <a:solidFill>
                  <a:srgbClr val="60758B"/>
                </a:solidFill>
                <a:latin typeface="Arial"/>
                <a:ea typeface="Arial"/>
                <a:cs typeface="Arial"/>
              </a:defRPr>
            </a:lvl3pPr>
            <a:lvl4pPr>
              <a:buNone/>
              <a:defRPr sz="1275" b="0">
                <a:solidFill>
                  <a:srgbClr val="60758B"/>
                </a:solidFill>
                <a:latin typeface="Arial"/>
                <a:ea typeface="Arial"/>
                <a:cs typeface="Arial"/>
              </a:defRPr>
            </a:lvl4pPr>
            <a:lvl5pPr>
              <a:buNone/>
              <a:defRPr sz="1275" b="0">
                <a:solidFill>
                  <a:srgbClr val="60758B"/>
                </a:solidFill>
                <a:latin typeface="Arial"/>
                <a:ea typeface="Arial"/>
                <a:cs typeface="Arial"/>
              </a:defRPr>
            </a:lvl5pPr>
            <a:lvl6pPr>
              <a:buNone/>
              <a:defRPr sz="1275" b="0">
                <a:solidFill>
                  <a:srgbClr val="60758B"/>
                </a:solidFill>
                <a:latin typeface="Arial"/>
                <a:ea typeface="Arial"/>
                <a:cs typeface="Arial"/>
              </a:defRPr>
            </a:lvl6pPr>
            <a:lvl7pPr>
              <a:buNone/>
              <a:defRPr sz="1275" b="0">
                <a:solidFill>
                  <a:srgbClr val="60758B"/>
                </a:solidFill>
                <a:latin typeface="Arial"/>
                <a:ea typeface="Arial"/>
                <a:cs typeface="Arial"/>
              </a:defRPr>
            </a:lvl7pPr>
            <a:lvl8pPr>
              <a:buNone/>
              <a:defRPr sz="1275" b="0">
                <a:solidFill>
                  <a:srgbClr val="60758B"/>
                </a:solidFill>
                <a:latin typeface="Arial"/>
                <a:ea typeface="Arial"/>
                <a:cs typeface="Arial"/>
              </a:defRPr>
            </a:lvl8pPr>
            <a:lvl9pPr>
              <a:buNone/>
              <a:defRPr sz="1275" b="0">
                <a:solidFill>
                  <a:srgbClr val="60758B"/>
                </a:solidFill>
                <a:latin typeface="Arial"/>
                <a:ea typeface="Arial"/>
                <a:cs typeface="Arial"/>
              </a:defRPr>
            </a:lvl9pPr>
          </a:lstStyle>
          <a:p xmlns:a="http://schemas.openxmlformats.org/drawingml/2006/main">
            <a:pPr>
              <a:buNone/>
              <a:defRPr sz="1275" b="0">
                <a:solidFill>
                  <a:srgbClr val="60758B"/>
                </a:solidFill>
                <a:latin typeface="Arial"/>
                <a:ea typeface="Arial"/>
                <a:cs typeface="Arial"/>
              </a:defRPr>
            </a:pPr>
            <a:r>
              <a:rPr sz="1275" b="0">
                <a:solidFill>
                  <a:srgbClr val="60758B"/>
                </a:solidFill>
                <a:latin typeface="Arial"/>
                <a:ea typeface="Arial"/>
                <a:cs typeface="Arial"/>
              </a:rPr>
              <a:t>Video 3:30 - 4:45</a:t>
            </a:r>
          </a:p>
        </p:txBody>
      </p:sp>
      <p:sp>
        <p:nvSpPr>
          <p:cNvPr id="5" name="DOSM">
            <a:extLst xmlns:a="http://schemas.openxmlformats.org/drawingml/2006/main">
              <a:ext uri="{FF2B5EF4-FFF2-40B4-BE49-F238E27FC236}">
                <a16:creationId xmlns:a16="http://schemas.microsoft.com/office/drawing/2014/main" id="{6ED729CC-803F-441B-9F7C-261F62E150BC}"/>
              </a:ext>
            </a:extLst>
          </p:cNvPr>
          <p:cNvSpPr>
            <a:spLocks xmlns:a="http://schemas.openxmlformats.org/drawingml/2006/main" noGrp="1"/>
          </p:cNvSpPr>
          <p:nvPr/>
        </p:nvSpPr>
        <p:spPr>
          <a:xfrm xmlns:a="http://schemas.openxmlformats.org/drawingml/2006/main">
            <a:off x="609600" y="2200275"/>
            <a:ext cx="4733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45BF3"/>
                </a:solidFill>
                <a:latin typeface="Arial"/>
                <a:ea typeface="Arial"/>
                <a:cs typeface="Arial"/>
              </a:defRPr>
            </a:defPPr>
            <a:lvl1pPr>
              <a:buNone/>
              <a:defRPr sz="2325" b="1">
                <a:solidFill>
                  <a:srgbClr val="245BF3"/>
                </a:solidFill>
                <a:latin typeface="Arial"/>
                <a:ea typeface="Arial"/>
                <a:cs typeface="Arial"/>
              </a:defRPr>
            </a:lvl1pPr>
            <a:lvl2pPr>
              <a:buNone/>
              <a:defRPr sz="2325" b="1">
                <a:solidFill>
                  <a:srgbClr val="245BF3"/>
                </a:solidFill>
                <a:latin typeface="Arial"/>
                <a:ea typeface="Arial"/>
                <a:cs typeface="Arial"/>
              </a:defRPr>
            </a:lvl2pPr>
            <a:lvl3pPr>
              <a:buNone/>
              <a:defRPr sz="2325" b="1">
                <a:solidFill>
                  <a:srgbClr val="245BF3"/>
                </a:solidFill>
                <a:latin typeface="Arial"/>
                <a:ea typeface="Arial"/>
                <a:cs typeface="Arial"/>
              </a:defRPr>
            </a:lvl3pPr>
            <a:lvl4pPr>
              <a:buNone/>
              <a:defRPr sz="2325" b="1">
                <a:solidFill>
                  <a:srgbClr val="245BF3"/>
                </a:solidFill>
                <a:latin typeface="Arial"/>
                <a:ea typeface="Arial"/>
                <a:cs typeface="Arial"/>
              </a:defRPr>
            </a:lvl4pPr>
            <a:lvl5pPr>
              <a:buNone/>
              <a:defRPr sz="2325" b="1">
                <a:solidFill>
                  <a:srgbClr val="245BF3"/>
                </a:solidFill>
                <a:latin typeface="Arial"/>
                <a:ea typeface="Arial"/>
                <a:cs typeface="Arial"/>
              </a:defRPr>
            </a:lvl5pPr>
            <a:lvl6pPr>
              <a:buNone/>
              <a:defRPr sz="2325" b="1">
                <a:solidFill>
                  <a:srgbClr val="245BF3"/>
                </a:solidFill>
                <a:latin typeface="Arial"/>
                <a:ea typeface="Arial"/>
                <a:cs typeface="Arial"/>
              </a:defRPr>
            </a:lvl6pPr>
            <a:lvl7pPr>
              <a:buNone/>
              <a:defRPr sz="2325" b="1">
                <a:solidFill>
                  <a:srgbClr val="245BF3"/>
                </a:solidFill>
                <a:latin typeface="Arial"/>
                <a:ea typeface="Arial"/>
                <a:cs typeface="Arial"/>
              </a:defRPr>
            </a:lvl7pPr>
            <a:lvl8pPr>
              <a:buNone/>
              <a:defRPr sz="2325" b="1">
                <a:solidFill>
                  <a:srgbClr val="245BF3"/>
                </a:solidFill>
                <a:latin typeface="Arial"/>
                <a:ea typeface="Arial"/>
                <a:cs typeface="Arial"/>
              </a:defRPr>
            </a:lvl8pPr>
            <a:lvl9pPr>
              <a:buNone/>
              <a:defRPr sz="2325" b="1">
                <a:solidFill>
                  <a:srgbClr val="245BF3"/>
                </a:solidFill>
                <a:latin typeface="Arial"/>
                <a:ea typeface="Arial"/>
                <a:cs typeface="Arial"/>
              </a:defRPr>
            </a:lvl9pPr>
          </a:lstStyle>
          <a:p xmlns:a="http://schemas.openxmlformats.org/drawingml/2006/main">
            <a:pPr>
              <a:buNone/>
              <a:defRPr sz="2325" b="1">
                <a:solidFill>
                  <a:srgbClr val="245BF3"/>
                </a:solidFill>
                <a:latin typeface="Arial"/>
                <a:ea typeface="Arial"/>
                <a:cs typeface="Arial"/>
              </a:defRPr>
            </a:pPr>
            <a:r>
              <a:rPr sz="2325" b="1">
                <a:solidFill>
                  <a:srgbClr val="245BF3"/>
                </a:solidFill>
                <a:latin typeface="Arial"/>
                <a:ea typeface="Arial"/>
                <a:cs typeface="Arial"/>
              </a:rPr>
              <a:t>DOSM</a:t>
            </a:r>
          </a:p>
        </p:txBody>
      </p:sp>
      <p:sp>
        <p:nvSpPr>
          <p:cNvPr id="6" name="Dated Malaysian hiring observations">
            <a:extLst xmlns:a="http://schemas.openxmlformats.org/drawingml/2006/main">
              <a:ext uri="{FF2B5EF4-FFF2-40B4-BE49-F238E27FC236}">
                <a16:creationId xmlns:a16="http://schemas.microsoft.com/office/drawing/2014/main" id="{C9253DCB-48CC-4AA8-A852-983759A9229C}"/>
              </a:ext>
            </a:extLst>
          </p:cNvPr>
          <p:cNvSpPr>
            <a:spLocks xmlns:a="http://schemas.openxmlformats.org/drawingml/2006/main" noGrp="1"/>
          </p:cNvSpPr>
          <p:nvPr/>
        </p:nvSpPr>
        <p:spPr>
          <a:xfrm xmlns:a="http://schemas.openxmlformats.org/drawingml/2006/main">
            <a:off x="609600" y="2619375"/>
            <a:ext cx="47339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B2341"/>
                </a:solidFill>
                <a:latin typeface="Arial"/>
                <a:ea typeface="Arial"/>
                <a:cs typeface="Arial"/>
              </a:defRPr>
            </a:defPPr>
            <a:lvl1pPr>
              <a:buNone/>
              <a:defRPr sz="1650" b="0">
                <a:solidFill>
                  <a:srgbClr val="0B2341"/>
                </a:solidFill>
                <a:latin typeface="Arial"/>
                <a:ea typeface="Arial"/>
                <a:cs typeface="Arial"/>
              </a:defRPr>
            </a:lvl1pPr>
            <a:lvl2pPr>
              <a:buNone/>
              <a:defRPr sz="1650" b="0">
                <a:solidFill>
                  <a:srgbClr val="0B2341"/>
                </a:solidFill>
                <a:latin typeface="Arial"/>
                <a:ea typeface="Arial"/>
                <a:cs typeface="Arial"/>
              </a:defRPr>
            </a:lvl2pPr>
            <a:lvl3pPr>
              <a:buNone/>
              <a:defRPr sz="1650" b="0">
                <a:solidFill>
                  <a:srgbClr val="0B2341"/>
                </a:solidFill>
                <a:latin typeface="Arial"/>
                <a:ea typeface="Arial"/>
                <a:cs typeface="Arial"/>
              </a:defRPr>
            </a:lvl3pPr>
            <a:lvl4pPr>
              <a:buNone/>
              <a:defRPr sz="1650" b="0">
                <a:solidFill>
                  <a:srgbClr val="0B2341"/>
                </a:solidFill>
                <a:latin typeface="Arial"/>
                <a:ea typeface="Arial"/>
                <a:cs typeface="Arial"/>
              </a:defRPr>
            </a:lvl4pPr>
            <a:lvl5pPr>
              <a:buNone/>
              <a:defRPr sz="1650" b="0">
                <a:solidFill>
                  <a:srgbClr val="0B2341"/>
                </a:solidFill>
                <a:latin typeface="Arial"/>
                <a:ea typeface="Arial"/>
                <a:cs typeface="Arial"/>
              </a:defRPr>
            </a:lvl5pPr>
            <a:lvl6pPr>
              <a:buNone/>
              <a:defRPr sz="1650" b="0">
                <a:solidFill>
                  <a:srgbClr val="0B2341"/>
                </a:solidFill>
                <a:latin typeface="Arial"/>
                <a:ea typeface="Arial"/>
                <a:cs typeface="Arial"/>
              </a:defRPr>
            </a:lvl6pPr>
            <a:lvl7pPr>
              <a:buNone/>
              <a:defRPr sz="1650" b="0">
                <a:solidFill>
                  <a:srgbClr val="0B2341"/>
                </a:solidFill>
                <a:latin typeface="Arial"/>
                <a:ea typeface="Arial"/>
                <a:cs typeface="Arial"/>
              </a:defRPr>
            </a:lvl7pPr>
            <a:lvl8pPr>
              <a:buNone/>
              <a:defRPr sz="1650" b="0">
                <a:solidFill>
                  <a:srgbClr val="0B2341"/>
                </a:solidFill>
                <a:latin typeface="Arial"/>
                <a:ea typeface="Arial"/>
                <a:cs typeface="Arial"/>
              </a:defRPr>
            </a:lvl8pPr>
            <a:lvl9pPr>
              <a:buNone/>
              <a:defRPr sz="1650" b="0">
                <a:solidFill>
                  <a:srgbClr val="0B2341"/>
                </a:solidFill>
                <a:latin typeface="Arial"/>
                <a:ea typeface="Arial"/>
                <a:cs typeface="Arial"/>
              </a:defRPr>
            </a:lvl9pPr>
          </a:lstStyle>
          <a:p xmlns:a="http://schemas.openxmlformats.org/drawingml/2006/main">
            <a:pPr>
              <a:buNone/>
              <a:defRPr sz="1650" b="0">
                <a:solidFill>
                  <a:srgbClr val="0B2341"/>
                </a:solidFill>
                <a:latin typeface="Arial"/>
                <a:ea typeface="Arial"/>
                <a:cs typeface="Arial"/>
              </a:defRPr>
            </a:pPr>
            <a:r>
              <a:rPr sz="1650" b="0">
                <a:solidFill>
                  <a:srgbClr val="0B2341"/>
                </a:solidFill>
                <a:latin typeface="Arial"/>
                <a:ea typeface="Arial"/>
                <a:cs typeface="Arial"/>
              </a:rPr>
              <a:t>Dated Malaysian hiring observations</a:t>
            </a:r>
          </a:p>
        </p:txBody>
      </p:sp>
      <p:sp>
        <p:nvSpPr>
          <p:cNvPr id="7" name="O*NET 31.0">
            <a:extLst xmlns:a="http://schemas.openxmlformats.org/drawingml/2006/main">
              <a:ext uri="{FF2B5EF4-FFF2-40B4-BE49-F238E27FC236}">
                <a16:creationId xmlns:a16="http://schemas.microsoft.com/office/drawing/2014/main" id="{3D76CEA1-0F8C-4437-991A-3EF064625A3C}"/>
              </a:ext>
            </a:extLst>
          </p:cNvPr>
          <p:cNvSpPr>
            <a:spLocks xmlns:a="http://schemas.openxmlformats.org/drawingml/2006/main" noGrp="1"/>
          </p:cNvSpPr>
          <p:nvPr/>
        </p:nvSpPr>
        <p:spPr>
          <a:xfrm xmlns:a="http://schemas.openxmlformats.org/drawingml/2006/main">
            <a:off x="609600" y="3105150"/>
            <a:ext cx="4733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45BF3"/>
                </a:solidFill>
                <a:latin typeface="Arial"/>
                <a:ea typeface="Arial"/>
                <a:cs typeface="Arial"/>
              </a:defRPr>
            </a:defPPr>
            <a:lvl1pPr>
              <a:buNone/>
              <a:defRPr sz="2325" b="1">
                <a:solidFill>
                  <a:srgbClr val="245BF3"/>
                </a:solidFill>
                <a:latin typeface="Arial"/>
                <a:ea typeface="Arial"/>
                <a:cs typeface="Arial"/>
              </a:defRPr>
            </a:lvl1pPr>
            <a:lvl2pPr>
              <a:buNone/>
              <a:defRPr sz="2325" b="1">
                <a:solidFill>
                  <a:srgbClr val="245BF3"/>
                </a:solidFill>
                <a:latin typeface="Arial"/>
                <a:ea typeface="Arial"/>
                <a:cs typeface="Arial"/>
              </a:defRPr>
            </a:lvl2pPr>
            <a:lvl3pPr>
              <a:buNone/>
              <a:defRPr sz="2325" b="1">
                <a:solidFill>
                  <a:srgbClr val="245BF3"/>
                </a:solidFill>
                <a:latin typeface="Arial"/>
                <a:ea typeface="Arial"/>
                <a:cs typeface="Arial"/>
              </a:defRPr>
            </a:lvl3pPr>
            <a:lvl4pPr>
              <a:buNone/>
              <a:defRPr sz="2325" b="1">
                <a:solidFill>
                  <a:srgbClr val="245BF3"/>
                </a:solidFill>
                <a:latin typeface="Arial"/>
                <a:ea typeface="Arial"/>
                <a:cs typeface="Arial"/>
              </a:defRPr>
            </a:lvl4pPr>
            <a:lvl5pPr>
              <a:buNone/>
              <a:defRPr sz="2325" b="1">
                <a:solidFill>
                  <a:srgbClr val="245BF3"/>
                </a:solidFill>
                <a:latin typeface="Arial"/>
                <a:ea typeface="Arial"/>
                <a:cs typeface="Arial"/>
              </a:defRPr>
            </a:lvl5pPr>
            <a:lvl6pPr>
              <a:buNone/>
              <a:defRPr sz="2325" b="1">
                <a:solidFill>
                  <a:srgbClr val="245BF3"/>
                </a:solidFill>
                <a:latin typeface="Arial"/>
                <a:ea typeface="Arial"/>
                <a:cs typeface="Arial"/>
              </a:defRPr>
            </a:lvl6pPr>
            <a:lvl7pPr>
              <a:buNone/>
              <a:defRPr sz="2325" b="1">
                <a:solidFill>
                  <a:srgbClr val="245BF3"/>
                </a:solidFill>
                <a:latin typeface="Arial"/>
                <a:ea typeface="Arial"/>
                <a:cs typeface="Arial"/>
              </a:defRPr>
            </a:lvl7pPr>
            <a:lvl8pPr>
              <a:buNone/>
              <a:defRPr sz="2325" b="1">
                <a:solidFill>
                  <a:srgbClr val="245BF3"/>
                </a:solidFill>
                <a:latin typeface="Arial"/>
                <a:ea typeface="Arial"/>
                <a:cs typeface="Arial"/>
              </a:defRPr>
            </a:lvl8pPr>
            <a:lvl9pPr>
              <a:buNone/>
              <a:defRPr sz="2325" b="1">
                <a:solidFill>
                  <a:srgbClr val="245BF3"/>
                </a:solidFill>
                <a:latin typeface="Arial"/>
                <a:ea typeface="Arial"/>
                <a:cs typeface="Arial"/>
              </a:defRPr>
            </a:lvl9pPr>
          </a:lstStyle>
          <a:p xmlns:a="http://schemas.openxmlformats.org/drawingml/2006/main">
            <a:pPr>
              <a:buNone/>
              <a:defRPr sz="2325" b="1">
                <a:solidFill>
                  <a:srgbClr val="245BF3"/>
                </a:solidFill>
                <a:latin typeface="Arial"/>
                <a:ea typeface="Arial"/>
                <a:cs typeface="Arial"/>
              </a:defRPr>
            </a:pPr>
            <a:r>
              <a:rPr sz="2325" b="1">
                <a:solidFill>
                  <a:srgbClr val="245BF3"/>
                </a:solidFill>
                <a:latin typeface="Arial"/>
                <a:ea typeface="Arial"/>
                <a:cs typeface="Arial"/>
              </a:rPr>
              <a:t>O*NET 31.0</a:t>
            </a:r>
          </a:p>
        </p:txBody>
      </p:sp>
      <p:sp>
        <p:nvSpPr>
          <p:cNvPr id="8" name="Occupational tasks and curated mapping">
            <a:extLst xmlns:a="http://schemas.openxmlformats.org/drawingml/2006/main">
              <a:ext uri="{FF2B5EF4-FFF2-40B4-BE49-F238E27FC236}">
                <a16:creationId xmlns:a16="http://schemas.microsoft.com/office/drawing/2014/main" id="{C1E23971-CBE9-458C-AD45-AD25D189D538}"/>
              </a:ext>
            </a:extLst>
          </p:cNvPr>
          <p:cNvSpPr>
            <a:spLocks xmlns:a="http://schemas.openxmlformats.org/drawingml/2006/main" noGrp="1"/>
          </p:cNvSpPr>
          <p:nvPr/>
        </p:nvSpPr>
        <p:spPr>
          <a:xfrm xmlns:a="http://schemas.openxmlformats.org/drawingml/2006/main">
            <a:off x="609600" y="3524250"/>
            <a:ext cx="47339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B2341"/>
                </a:solidFill>
                <a:latin typeface="Arial"/>
                <a:ea typeface="Arial"/>
                <a:cs typeface="Arial"/>
              </a:defRPr>
            </a:defPPr>
            <a:lvl1pPr>
              <a:buNone/>
              <a:defRPr sz="1650" b="0">
                <a:solidFill>
                  <a:srgbClr val="0B2341"/>
                </a:solidFill>
                <a:latin typeface="Arial"/>
                <a:ea typeface="Arial"/>
                <a:cs typeface="Arial"/>
              </a:defRPr>
            </a:lvl1pPr>
            <a:lvl2pPr>
              <a:buNone/>
              <a:defRPr sz="1650" b="0">
                <a:solidFill>
                  <a:srgbClr val="0B2341"/>
                </a:solidFill>
                <a:latin typeface="Arial"/>
                <a:ea typeface="Arial"/>
                <a:cs typeface="Arial"/>
              </a:defRPr>
            </a:lvl2pPr>
            <a:lvl3pPr>
              <a:buNone/>
              <a:defRPr sz="1650" b="0">
                <a:solidFill>
                  <a:srgbClr val="0B2341"/>
                </a:solidFill>
                <a:latin typeface="Arial"/>
                <a:ea typeface="Arial"/>
                <a:cs typeface="Arial"/>
              </a:defRPr>
            </a:lvl3pPr>
            <a:lvl4pPr>
              <a:buNone/>
              <a:defRPr sz="1650" b="0">
                <a:solidFill>
                  <a:srgbClr val="0B2341"/>
                </a:solidFill>
                <a:latin typeface="Arial"/>
                <a:ea typeface="Arial"/>
                <a:cs typeface="Arial"/>
              </a:defRPr>
            </a:lvl4pPr>
            <a:lvl5pPr>
              <a:buNone/>
              <a:defRPr sz="1650" b="0">
                <a:solidFill>
                  <a:srgbClr val="0B2341"/>
                </a:solidFill>
                <a:latin typeface="Arial"/>
                <a:ea typeface="Arial"/>
                <a:cs typeface="Arial"/>
              </a:defRPr>
            </a:lvl5pPr>
            <a:lvl6pPr>
              <a:buNone/>
              <a:defRPr sz="1650" b="0">
                <a:solidFill>
                  <a:srgbClr val="0B2341"/>
                </a:solidFill>
                <a:latin typeface="Arial"/>
                <a:ea typeface="Arial"/>
                <a:cs typeface="Arial"/>
              </a:defRPr>
            </a:lvl6pPr>
            <a:lvl7pPr>
              <a:buNone/>
              <a:defRPr sz="1650" b="0">
                <a:solidFill>
                  <a:srgbClr val="0B2341"/>
                </a:solidFill>
                <a:latin typeface="Arial"/>
                <a:ea typeface="Arial"/>
                <a:cs typeface="Arial"/>
              </a:defRPr>
            </a:lvl7pPr>
            <a:lvl8pPr>
              <a:buNone/>
              <a:defRPr sz="1650" b="0">
                <a:solidFill>
                  <a:srgbClr val="0B2341"/>
                </a:solidFill>
                <a:latin typeface="Arial"/>
                <a:ea typeface="Arial"/>
                <a:cs typeface="Arial"/>
              </a:defRPr>
            </a:lvl8pPr>
            <a:lvl9pPr>
              <a:buNone/>
              <a:defRPr sz="1650" b="0">
                <a:solidFill>
                  <a:srgbClr val="0B2341"/>
                </a:solidFill>
                <a:latin typeface="Arial"/>
                <a:ea typeface="Arial"/>
                <a:cs typeface="Arial"/>
              </a:defRPr>
            </a:lvl9pPr>
          </a:lstStyle>
          <a:p xmlns:a="http://schemas.openxmlformats.org/drawingml/2006/main">
            <a:pPr>
              <a:buNone/>
              <a:defRPr sz="1650" b="0">
                <a:solidFill>
                  <a:srgbClr val="0B2341"/>
                </a:solidFill>
                <a:latin typeface="Arial"/>
                <a:ea typeface="Arial"/>
                <a:cs typeface="Arial"/>
              </a:defRPr>
            </a:pPr>
            <a:r>
              <a:rPr sz="1650" b="0">
                <a:solidFill>
                  <a:srgbClr val="0B2341"/>
                </a:solidFill>
                <a:latin typeface="Arial"/>
                <a:ea typeface="Arial"/>
                <a:cs typeface="Arial"/>
              </a:rPr>
              <a:t>Occupational tasks and curated mapping</a:t>
            </a:r>
          </a:p>
        </p:txBody>
      </p:sp>
      <p:sp>
        <p:nvSpPr>
          <p:cNvPr id="9" name="WEF 2025">
            <a:extLst xmlns:a="http://schemas.openxmlformats.org/drawingml/2006/main">
              <a:ext uri="{FF2B5EF4-FFF2-40B4-BE49-F238E27FC236}">
                <a16:creationId xmlns:a16="http://schemas.microsoft.com/office/drawing/2014/main" id="{90505CDE-9F13-46AD-8560-9FDCB12C263A}"/>
              </a:ext>
            </a:extLst>
          </p:cNvPr>
          <p:cNvSpPr>
            <a:spLocks xmlns:a="http://schemas.openxmlformats.org/drawingml/2006/main" noGrp="1"/>
          </p:cNvSpPr>
          <p:nvPr/>
        </p:nvSpPr>
        <p:spPr>
          <a:xfrm xmlns:a="http://schemas.openxmlformats.org/drawingml/2006/main">
            <a:off x="609600" y="4010025"/>
            <a:ext cx="4733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45BF3"/>
                </a:solidFill>
                <a:latin typeface="Arial"/>
                <a:ea typeface="Arial"/>
                <a:cs typeface="Arial"/>
              </a:defRPr>
            </a:defPPr>
            <a:lvl1pPr>
              <a:buNone/>
              <a:defRPr sz="2325" b="1">
                <a:solidFill>
                  <a:srgbClr val="245BF3"/>
                </a:solidFill>
                <a:latin typeface="Arial"/>
                <a:ea typeface="Arial"/>
                <a:cs typeface="Arial"/>
              </a:defRPr>
            </a:lvl1pPr>
            <a:lvl2pPr>
              <a:buNone/>
              <a:defRPr sz="2325" b="1">
                <a:solidFill>
                  <a:srgbClr val="245BF3"/>
                </a:solidFill>
                <a:latin typeface="Arial"/>
                <a:ea typeface="Arial"/>
                <a:cs typeface="Arial"/>
              </a:defRPr>
            </a:lvl2pPr>
            <a:lvl3pPr>
              <a:buNone/>
              <a:defRPr sz="2325" b="1">
                <a:solidFill>
                  <a:srgbClr val="245BF3"/>
                </a:solidFill>
                <a:latin typeface="Arial"/>
                <a:ea typeface="Arial"/>
                <a:cs typeface="Arial"/>
              </a:defRPr>
            </a:lvl3pPr>
            <a:lvl4pPr>
              <a:buNone/>
              <a:defRPr sz="2325" b="1">
                <a:solidFill>
                  <a:srgbClr val="245BF3"/>
                </a:solidFill>
                <a:latin typeface="Arial"/>
                <a:ea typeface="Arial"/>
                <a:cs typeface="Arial"/>
              </a:defRPr>
            </a:lvl4pPr>
            <a:lvl5pPr>
              <a:buNone/>
              <a:defRPr sz="2325" b="1">
                <a:solidFill>
                  <a:srgbClr val="245BF3"/>
                </a:solidFill>
                <a:latin typeface="Arial"/>
                <a:ea typeface="Arial"/>
                <a:cs typeface="Arial"/>
              </a:defRPr>
            </a:lvl5pPr>
            <a:lvl6pPr>
              <a:buNone/>
              <a:defRPr sz="2325" b="1">
                <a:solidFill>
                  <a:srgbClr val="245BF3"/>
                </a:solidFill>
                <a:latin typeface="Arial"/>
                <a:ea typeface="Arial"/>
                <a:cs typeface="Arial"/>
              </a:defRPr>
            </a:lvl6pPr>
            <a:lvl7pPr>
              <a:buNone/>
              <a:defRPr sz="2325" b="1">
                <a:solidFill>
                  <a:srgbClr val="245BF3"/>
                </a:solidFill>
                <a:latin typeface="Arial"/>
                <a:ea typeface="Arial"/>
                <a:cs typeface="Arial"/>
              </a:defRPr>
            </a:lvl7pPr>
            <a:lvl8pPr>
              <a:buNone/>
              <a:defRPr sz="2325" b="1">
                <a:solidFill>
                  <a:srgbClr val="245BF3"/>
                </a:solidFill>
                <a:latin typeface="Arial"/>
                <a:ea typeface="Arial"/>
                <a:cs typeface="Arial"/>
              </a:defRPr>
            </a:lvl8pPr>
            <a:lvl9pPr>
              <a:buNone/>
              <a:defRPr sz="2325" b="1">
                <a:solidFill>
                  <a:srgbClr val="245BF3"/>
                </a:solidFill>
                <a:latin typeface="Arial"/>
                <a:ea typeface="Arial"/>
                <a:cs typeface="Arial"/>
              </a:defRPr>
            </a:lvl9pPr>
          </a:lstStyle>
          <a:p xmlns:a="http://schemas.openxmlformats.org/drawingml/2006/main">
            <a:pPr>
              <a:buNone/>
              <a:defRPr sz="2325" b="1">
                <a:solidFill>
                  <a:srgbClr val="245BF3"/>
                </a:solidFill>
                <a:latin typeface="Arial"/>
                <a:ea typeface="Arial"/>
                <a:cs typeface="Arial"/>
              </a:defRPr>
            </a:pPr>
            <a:r>
              <a:rPr sz="2325" b="1">
                <a:solidFill>
                  <a:srgbClr val="245BF3"/>
                </a:solidFill>
                <a:latin typeface="Arial"/>
                <a:ea typeface="Arial"/>
                <a:cs typeface="Arial"/>
              </a:rPr>
              <a:t>WEF 2025</a:t>
            </a:r>
          </a:p>
        </p:txBody>
      </p:sp>
      <p:sp>
        <p:nvSpPr>
          <p:cNvPr id="10" name="Long-term employment context">
            <a:extLst xmlns:a="http://schemas.openxmlformats.org/drawingml/2006/main">
              <a:ext uri="{FF2B5EF4-FFF2-40B4-BE49-F238E27FC236}">
                <a16:creationId xmlns:a16="http://schemas.microsoft.com/office/drawing/2014/main" id="{6EC632EB-C7F0-4A71-8651-8EDCF5646199}"/>
              </a:ext>
            </a:extLst>
          </p:cNvPr>
          <p:cNvSpPr>
            <a:spLocks xmlns:a="http://schemas.openxmlformats.org/drawingml/2006/main" noGrp="1"/>
          </p:cNvSpPr>
          <p:nvPr/>
        </p:nvSpPr>
        <p:spPr>
          <a:xfrm xmlns:a="http://schemas.openxmlformats.org/drawingml/2006/main">
            <a:off x="609600" y="4429125"/>
            <a:ext cx="47339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B2341"/>
                </a:solidFill>
                <a:latin typeface="Arial"/>
                <a:ea typeface="Arial"/>
                <a:cs typeface="Arial"/>
              </a:defRPr>
            </a:defPPr>
            <a:lvl1pPr>
              <a:buNone/>
              <a:defRPr sz="1650" b="0">
                <a:solidFill>
                  <a:srgbClr val="0B2341"/>
                </a:solidFill>
                <a:latin typeface="Arial"/>
                <a:ea typeface="Arial"/>
                <a:cs typeface="Arial"/>
              </a:defRPr>
            </a:lvl1pPr>
            <a:lvl2pPr>
              <a:buNone/>
              <a:defRPr sz="1650" b="0">
                <a:solidFill>
                  <a:srgbClr val="0B2341"/>
                </a:solidFill>
                <a:latin typeface="Arial"/>
                <a:ea typeface="Arial"/>
                <a:cs typeface="Arial"/>
              </a:defRPr>
            </a:lvl2pPr>
            <a:lvl3pPr>
              <a:buNone/>
              <a:defRPr sz="1650" b="0">
                <a:solidFill>
                  <a:srgbClr val="0B2341"/>
                </a:solidFill>
                <a:latin typeface="Arial"/>
                <a:ea typeface="Arial"/>
                <a:cs typeface="Arial"/>
              </a:defRPr>
            </a:lvl3pPr>
            <a:lvl4pPr>
              <a:buNone/>
              <a:defRPr sz="1650" b="0">
                <a:solidFill>
                  <a:srgbClr val="0B2341"/>
                </a:solidFill>
                <a:latin typeface="Arial"/>
                <a:ea typeface="Arial"/>
                <a:cs typeface="Arial"/>
              </a:defRPr>
            </a:lvl4pPr>
            <a:lvl5pPr>
              <a:buNone/>
              <a:defRPr sz="1650" b="0">
                <a:solidFill>
                  <a:srgbClr val="0B2341"/>
                </a:solidFill>
                <a:latin typeface="Arial"/>
                <a:ea typeface="Arial"/>
                <a:cs typeface="Arial"/>
              </a:defRPr>
            </a:lvl5pPr>
            <a:lvl6pPr>
              <a:buNone/>
              <a:defRPr sz="1650" b="0">
                <a:solidFill>
                  <a:srgbClr val="0B2341"/>
                </a:solidFill>
                <a:latin typeface="Arial"/>
                <a:ea typeface="Arial"/>
                <a:cs typeface="Arial"/>
              </a:defRPr>
            </a:lvl6pPr>
            <a:lvl7pPr>
              <a:buNone/>
              <a:defRPr sz="1650" b="0">
                <a:solidFill>
                  <a:srgbClr val="0B2341"/>
                </a:solidFill>
                <a:latin typeface="Arial"/>
                <a:ea typeface="Arial"/>
                <a:cs typeface="Arial"/>
              </a:defRPr>
            </a:lvl7pPr>
            <a:lvl8pPr>
              <a:buNone/>
              <a:defRPr sz="1650" b="0">
                <a:solidFill>
                  <a:srgbClr val="0B2341"/>
                </a:solidFill>
                <a:latin typeface="Arial"/>
                <a:ea typeface="Arial"/>
                <a:cs typeface="Arial"/>
              </a:defRPr>
            </a:lvl8pPr>
            <a:lvl9pPr>
              <a:buNone/>
              <a:defRPr sz="1650" b="0">
                <a:solidFill>
                  <a:srgbClr val="0B2341"/>
                </a:solidFill>
                <a:latin typeface="Arial"/>
                <a:ea typeface="Arial"/>
                <a:cs typeface="Arial"/>
              </a:defRPr>
            </a:lvl9pPr>
          </a:lstStyle>
          <a:p xmlns:a="http://schemas.openxmlformats.org/drawingml/2006/main">
            <a:pPr>
              <a:buNone/>
              <a:defRPr sz="1650" b="0">
                <a:solidFill>
                  <a:srgbClr val="0B2341"/>
                </a:solidFill>
                <a:latin typeface="Arial"/>
                <a:ea typeface="Arial"/>
                <a:cs typeface="Arial"/>
              </a:defRPr>
            </a:pPr>
            <a:r>
              <a:rPr sz="1650" b="0">
                <a:solidFill>
                  <a:srgbClr val="0B2341"/>
                </a:solidFill>
                <a:latin typeface="Arial"/>
                <a:ea typeface="Arial"/>
                <a:cs typeface="Arial"/>
              </a:rPr>
              <a:t>Long-term employment context</a:t>
            </a:r>
          </a:p>
        </p:txBody>
      </p:sp>
      <p:sp>
        <p:nvSpPr>
          <p:cNvPr id="11" name="arXiv RSS">
            <a:extLst xmlns:a="http://schemas.openxmlformats.org/drawingml/2006/main">
              <a:ext uri="{FF2B5EF4-FFF2-40B4-BE49-F238E27FC236}">
                <a16:creationId xmlns:a16="http://schemas.microsoft.com/office/drawing/2014/main" id="{82B9666F-256A-49EB-87E2-B2471CC3EBE3}"/>
              </a:ext>
            </a:extLst>
          </p:cNvPr>
          <p:cNvSpPr>
            <a:spLocks xmlns:a="http://schemas.openxmlformats.org/drawingml/2006/main" noGrp="1"/>
          </p:cNvSpPr>
          <p:nvPr/>
        </p:nvSpPr>
        <p:spPr>
          <a:xfrm xmlns:a="http://schemas.openxmlformats.org/drawingml/2006/main">
            <a:off x="609600" y="4914900"/>
            <a:ext cx="4733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45BF3"/>
                </a:solidFill>
                <a:latin typeface="Arial"/>
                <a:ea typeface="Arial"/>
                <a:cs typeface="Arial"/>
              </a:defRPr>
            </a:defPPr>
            <a:lvl1pPr>
              <a:buNone/>
              <a:defRPr sz="2325" b="1">
                <a:solidFill>
                  <a:srgbClr val="245BF3"/>
                </a:solidFill>
                <a:latin typeface="Arial"/>
                <a:ea typeface="Arial"/>
                <a:cs typeface="Arial"/>
              </a:defRPr>
            </a:lvl1pPr>
            <a:lvl2pPr>
              <a:buNone/>
              <a:defRPr sz="2325" b="1">
                <a:solidFill>
                  <a:srgbClr val="245BF3"/>
                </a:solidFill>
                <a:latin typeface="Arial"/>
                <a:ea typeface="Arial"/>
                <a:cs typeface="Arial"/>
              </a:defRPr>
            </a:lvl2pPr>
            <a:lvl3pPr>
              <a:buNone/>
              <a:defRPr sz="2325" b="1">
                <a:solidFill>
                  <a:srgbClr val="245BF3"/>
                </a:solidFill>
                <a:latin typeface="Arial"/>
                <a:ea typeface="Arial"/>
                <a:cs typeface="Arial"/>
              </a:defRPr>
            </a:lvl3pPr>
            <a:lvl4pPr>
              <a:buNone/>
              <a:defRPr sz="2325" b="1">
                <a:solidFill>
                  <a:srgbClr val="245BF3"/>
                </a:solidFill>
                <a:latin typeface="Arial"/>
                <a:ea typeface="Arial"/>
                <a:cs typeface="Arial"/>
              </a:defRPr>
            </a:lvl4pPr>
            <a:lvl5pPr>
              <a:buNone/>
              <a:defRPr sz="2325" b="1">
                <a:solidFill>
                  <a:srgbClr val="245BF3"/>
                </a:solidFill>
                <a:latin typeface="Arial"/>
                <a:ea typeface="Arial"/>
                <a:cs typeface="Arial"/>
              </a:defRPr>
            </a:lvl5pPr>
            <a:lvl6pPr>
              <a:buNone/>
              <a:defRPr sz="2325" b="1">
                <a:solidFill>
                  <a:srgbClr val="245BF3"/>
                </a:solidFill>
                <a:latin typeface="Arial"/>
                <a:ea typeface="Arial"/>
                <a:cs typeface="Arial"/>
              </a:defRPr>
            </a:lvl6pPr>
            <a:lvl7pPr>
              <a:buNone/>
              <a:defRPr sz="2325" b="1">
                <a:solidFill>
                  <a:srgbClr val="245BF3"/>
                </a:solidFill>
                <a:latin typeface="Arial"/>
                <a:ea typeface="Arial"/>
                <a:cs typeface="Arial"/>
              </a:defRPr>
            </a:lvl7pPr>
            <a:lvl8pPr>
              <a:buNone/>
              <a:defRPr sz="2325" b="1">
                <a:solidFill>
                  <a:srgbClr val="245BF3"/>
                </a:solidFill>
                <a:latin typeface="Arial"/>
                <a:ea typeface="Arial"/>
                <a:cs typeface="Arial"/>
              </a:defRPr>
            </a:lvl8pPr>
            <a:lvl9pPr>
              <a:buNone/>
              <a:defRPr sz="2325" b="1">
                <a:solidFill>
                  <a:srgbClr val="245BF3"/>
                </a:solidFill>
                <a:latin typeface="Arial"/>
                <a:ea typeface="Arial"/>
                <a:cs typeface="Arial"/>
              </a:defRPr>
            </a:lvl9pPr>
          </a:lstStyle>
          <a:p xmlns:a="http://schemas.openxmlformats.org/drawingml/2006/main">
            <a:pPr>
              <a:buNone/>
              <a:defRPr sz="2325" b="1">
                <a:solidFill>
                  <a:srgbClr val="245BF3"/>
                </a:solidFill>
                <a:latin typeface="Arial"/>
                <a:ea typeface="Arial"/>
                <a:cs typeface="Arial"/>
              </a:defRPr>
            </a:pPr>
            <a:r>
              <a:rPr sz="2325" b="1">
                <a:solidFill>
                  <a:srgbClr val="245BF3"/>
                </a:solidFill>
                <a:latin typeface="Arial"/>
                <a:ea typeface="Arial"/>
                <a:cs typeface="Arial"/>
              </a:rPr>
              <a:t>arXiv RSS</a:t>
            </a:r>
          </a:p>
        </p:txBody>
      </p:sp>
      <p:sp>
        <p:nvSpPr>
          <p:cNvPr id="12" name="Refreshable research, separate from demand">
            <a:extLst xmlns:a="http://schemas.openxmlformats.org/drawingml/2006/main">
              <a:ext uri="{FF2B5EF4-FFF2-40B4-BE49-F238E27FC236}">
                <a16:creationId xmlns:a16="http://schemas.microsoft.com/office/drawing/2014/main" id="{9D5D8CC9-2CEC-4DED-BB84-452CD8314957}"/>
              </a:ext>
            </a:extLst>
          </p:cNvPr>
          <p:cNvSpPr>
            <a:spLocks xmlns:a="http://schemas.openxmlformats.org/drawingml/2006/main" noGrp="1"/>
          </p:cNvSpPr>
          <p:nvPr/>
        </p:nvSpPr>
        <p:spPr>
          <a:xfrm xmlns:a="http://schemas.openxmlformats.org/drawingml/2006/main">
            <a:off x="609600" y="5334000"/>
            <a:ext cx="47339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B2341"/>
                </a:solidFill>
                <a:latin typeface="Arial"/>
                <a:ea typeface="Arial"/>
                <a:cs typeface="Arial"/>
              </a:defRPr>
            </a:defPPr>
            <a:lvl1pPr>
              <a:buNone/>
              <a:defRPr sz="1650" b="0">
                <a:solidFill>
                  <a:srgbClr val="0B2341"/>
                </a:solidFill>
                <a:latin typeface="Arial"/>
                <a:ea typeface="Arial"/>
                <a:cs typeface="Arial"/>
              </a:defRPr>
            </a:lvl1pPr>
            <a:lvl2pPr>
              <a:buNone/>
              <a:defRPr sz="1650" b="0">
                <a:solidFill>
                  <a:srgbClr val="0B2341"/>
                </a:solidFill>
                <a:latin typeface="Arial"/>
                <a:ea typeface="Arial"/>
                <a:cs typeface="Arial"/>
              </a:defRPr>
            </a:lvl2pPr>
            <a:lvl3pPr>
              <a:buNone/>
              <a:defRPr sz="1650" b="0">
                <a:solidFill>
                  <a:srgbClr val="0B2341"/>
                </a:solidFill>
                <a:latin typeface="Arial"/>
                <a:ea typeface="Arial"/>
                <a:cs typeface="Arial"/>
              </a:defRPr>
            </a:lvl3pPr>
            <a:lvl4pPr>
              <a:buNone/>
              <a:defRPr sz="1650" b="0">
                <a:solidFill>
                  <a:srgbClr val="0B2341"/>
                </a:solidFill>
                <a:latin typeface="Arial"/>
                <a:ea typeface="Arial"/>
                <a:cs typeface="Arial"/>
              </a:defRPr>
            </a:lvl4pPr>
            <a:lvl5pPr>
              <a:buNone/>
              <a:defRPr sz="1650" b="0">
                <a:solidFill>
                  <a:srgbClr val="0B2341"/>
                </a:solidFill>
                <a:latin typeface="Arial"/>
                <a:ea typeface="Arial"/>
                <a:cs typeface="Arial"/>
              </a:defRPr>
            </a:lvl5pPr>
            <a:lvl6pPr>
              <a:buNone/>
              <a:defRPr sz="1650" b="0">
                <a:solidFill>
                  <a:srgbClr val="0B2341"/>
                </a:solidFill>
                <a:latin typeface="Arial"/>
                <a:ea typeface="Arial"/>
                <a:cs typeface="Arial"/>
              </a:defRPr>
            </a:lvl6pPr>
            <a:lvl7pPr>
              <a:buNone/>
              <a:defRPr sz="1650" b="0">
                <a:solidFill>
                  <a:srgbClr val="0B2341"/>
                </a:solidFill>
                <a:latin typeface="Arial"/>
                <a:ea typeface="Arial"/>
                <a:cs typeface="Arial"/>
              </a:defRPr>
            </a:lvl7pPr>
            <a:lvl8pPr>
              <a:buNone/>
              <a:defRPr sz="1650" b="0">
                <a:solidFill>
                  <a:srgbClr val="0B2341"/>
                </a:solidFill>
                <a:latin typeface="Arial"/>
                <a:ea typeface="Arial"/>
                <a:cs typeface="Arial"/>
              </a:defRPr>
            </a:lvl8pPr>
            <a:lvl9pPr>
              <a:buNone/>
              <a:defRPr sz="1650" b="0">
                <a:solidFill>
                  <a:srgbClr val="0B2341"/>
                </a:solidFill>
                <a:latin typeface="Arial"/>
                <a:ea typeface="Arial"/>
                <a:cs typeface="Arial"/>
              </a:defRPr>
            </a:lvl9pPr>
          </a:lstStyle>
          <a:p xmlns:a="http://schemas.openxmlformats.org/drawingml/2006/main">
            <a:pPr>
              <a:buNone/>
              <a:defRPr sz="1650" b="0">
                <a:solidFill>
                  <a:srgbClr val="0B2341"/>
                </a:solidFill>
                <a:latin typeface="Arial"/>
                <a:ea typeface="Arial"/>
                <a:cs typeface="Arial"/>
              </a:defRPr>
            </a:pPr>
            <a:r>
              <a:rPr sz="1650" b="0">
                <a:solidFill>
                  <a:srgbClr val="0B2341"/>
                </a:solidFill>
                <a:latin typeface="Arial"/>
                <a:ea typeface="Arial"/>
                <a:cs typeface="Arial"/>
              </a:rPr>
              <a:t>Refreshable research, separate from demand</a:t>
            </a:r>
          </a:p>
        </p:txBody>
      </p:sp>
      <p:sp>
        <p:nvSpPr>
          <p:cNvPr id="13" name="Synthetic update changes market order">
            <a:extLst xmlns:a="http://schemas.openxmlformats.org/drawingml/2006/main">
              <a:ext uri="{FF2B5EF4-FFF2-40B4-BE49-F238E27FC236}">
                <a16:creationId xmlns:a16="http://schemas.microsoft.com/office/drawing/2014/main" id="{54B6EA00-F508-4553-A132-F655114DD527}"/>
              </a:ext>
            </a:extLst>
          </p:cNvPr>
          <p:cNvSpPr>
            <a:spLocks xmlns:a="http://schemas.openxmlformats.org/drawingml/2006/main" noGrp="1"/>
          </p:cNvSpPr>
          <p:nvPr/>
        </p:nvSpPr>
        <p:spPr>
          <a:xfrm xmlns:a="http://schemas.openxmlformats.org/drawingml/2006/main">
            <a:off x="5915025" y="2200275"/>
            <a:ext cx="5667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B2341"/>
                </a:solidFill>
                <a:latin typeface="Arial"/>
                <a:ea typeface="Arial"/>
                <a:cs typeface="Arial"/>
              </a:defRPr>
            </a:defPPr>
            <a:lvl1pPr>
              <a:buNone/>
              <a:defRPr sz="2025" b="1">
                <a:solidFill>
                  <a:srgbClr val="0B2341"/>
                </a:solidFill>
                <a:latin typeface="Arial"/>
                <a:ea typeface="Arial"/>
                <a:cs typeface="Arial"/>
              </a:defRPr>
            </a:lvl1pPr>
            <a:lvl2pPr>
              <a:buNone/>
              <a:defRPr sz="2025" b="1">
                <a:solidFill>
                  <a:srgbClr val="0B2341"/>
                </a:solidFill>
                <a:latin typeface="Arial"/>
                <a:ea typeface="Arial"/>
                <a:cs typeface="Arial"/>
              </a:defRPr>
            </a:lvl2pPr>
            <a:lvl3pPr>
              <a:buNone/>
              <a:defRPr sz="2025" b="1">
                <a:solidFill>
                  <a:srgbClr val="0B2341"/>
                </a:solidFill>
                <a:latin typeface="Arial"/>
                <a:ea typeface="Arial"/>
                <a:cs typeface="Arial"/>
              </a:defRPr>
            </a:lvl3pPr>
            <a:lvl4pPr>
              <a:buNone/>
              <a:defRPr sz="2025" b="1">
                <a:solidFill>
                  <a:srgbClr val="0B2341"/>
                </a:solidFill>
                <a:latin typeface="Arial"/>
                <a:ea typeface="Arial"/>
                <a:cs typeface="Arial"/>
              </a:defRPr>
            </a:lvl4pPr>
            <a:lvl5pPr>
              <a:buNone/>
              <a:defRPr sz="2025" b="1">
                <a:solidFill>
                  <a:srgbClr val="0B2341"/>
                </a:solidFill>
                <a:latin typeface="Arial"/>
                <a:ea typeface="Arial"/>
                <a:cs typeface="Arial"/>
              </a:defRPr>
            </a:lvl5pPr>
            <a:lvl6pPr>
              <a:buNone/>
              <a:defRPr sz="2025" b="1">
                <a:solidFill>
                  <a:srgbClr val="0B2341"/>
                </a:solidFill>
                <a:latin typeface="Arial"/>
                <a:ea typeface="Arial"/>
                <a:cs typeface="Arial"/>
              </a:defRPr>
            </a:lvl6pPr>
            <a:lvl7pPr>
              <a:buNone/>
              <a:defRPr sz="2025" b="1">
                <a:solidFill>
                  <a:srgbClr val="0B2341"/>
                </a:solidFill>
                <a:latin typeface="Arial"/>
                <a:ea typeface="Arial"/>
                <a:cs typeface="Arial"/>
              </a:defRPr>
            </a:lvl7pPr>
            <a:lvl8pPr>
              <a:buNone/>
              <a:defRPr sz="2025" b="1">
                <a:solidFill>
                  <a:srgbClr val="0B2341"/>
                </a:solidFill>
                <a:latin typeface="Arial"/>
                <a:ea typeface="Arial"/>
                <a:cs typeface="Arial"/>
              </a:defRPr>
            </a:lvl8pPr>
            <a:lvl9pPr>
              <a:buNone/>
              <a:defRPr sz="2025" b="1">
                <a:solidFill>
                  <a:srgbClr val="0B2341"/>
                </a:solidFill>
                <a:latin typeface="Arial"/>
                <a:ea typeface="Arial"/>
                <a:cs typeface="Arial"/>
              </a:defRPr>
            </a:lvl9pPr>
          </a:lstStyle>
          <a:p xmlns:a="http://schemas.openxmlformats.org/drawingml/2006/main">
            <a:pPr>
              <a:buNone/>
              <a:defRPr sz="2025" b="1">
                <a:solidFill>
                  <a:srgbClr val="0B2341"/>
                </a:solidFill>
                <a:latin typeface="Arial"/>
                <a:ea typeface="Arial"/>
                <a:cs typeface="Arial"/>
              </a:defRPr>
            </a:pPr>
            <a:r>
              <a:rPr sz="2025" b="1">
                <a:solidFill>
                  <a:srgbClr val="0B2341"/>
                </a:solidFill>
                <a:latin typeface="Arial"/>
                <a:ea typeface="Arial"/>
                <a:cs typeface="Arial"/>
              </a:rPr>
              <a:t>Synthetic update changes market order</a:t>
            </a:r>
          </a:p>
        </p:txBody>
      </p:sp>
      <p:pic>
        <p:nvPicPr>
          <p:cNvPr id="14" name="">
            <a:extLst xmlns:a="http://schemas.openxmlformats.org/drawingml/2006/main">
              <a:ext uri="{FF2B5EF4-FFF2-40B4-BE49-F238E27FC236}">
                <a16:creationId xmlns:a16="http://schemas.microsoft.com/office/drawing/2014/main" id="{4E8F1679-3A18-40E9-A7AD-145451C209BA}"/>
              </a:ext>
            </a:extLst>
          </p:cNvPr>
          <p:cNvPicPr>
            <a:picLocks xmlns:a="http://schemas.openxmlformats.org/drawingml/2006/main" noChangeAspect="1"/>
          </p:cNvPicPr>
          <p:nvPr/>
        </p:nvPicPr>
        <p:blipFill>
          <a:blip xmlns:r="http://schemas.openxmlformats.org/officeDocument/2006/relationships" xmlns:a="http://schemas.openxmlformats.org/drawingml/2006/main" r:embed="Re44996d6b67046bd"/>
          <a:stretch xmlns:a="http://schemas.openxmlformats.org/drawingml/2006/main"/>
        </p:blipFill>
        <p:spPr>
          <a:xfrm xmlns:a="http://schemas.openxmlformats.org/drawingml/2006/main">
            <a:off x="5915025" y="3010175"/>
            <a:ext cx="5667375" cy="2533101"/>
          </a:xfrm>
          <a:prstGeom xmlns:a="http://schemas.openxmlformats.org/drawingml/2006/main" prst="rect">
            <a:avLst/>
          </a:prstGeom>
        </p:spPr>
      </p:pic>
      <p:sp>
        <p:nvSpPr>
          <p:cNvPr id="15" name="Sensitivity: 91 moderate, 87 faster AI">
            <a:extLst xmlns:a="http://schemas.openxmlformats.org/drawingml/2006/main">
              <a:ext uri="{FF2B5EF4-FFF2-40B4-BE49-F238E27FC236}">
                <a16:creationId xmlns:a16="http://schemas.microsoft.com/office/drawing/2014/main" id="{A7911DFD-045D-456E-8852-E972DDA8A4BB}"/>
              </a:ext>
            </a:extLst>
          </p:cNvPr>
          <p:cNvSpPr>
            <a:spLocks xmlns:a="http://schemas.openxmlformats.org/drawingml/2006/main" noGrp="1"/>
          </p:cNvSpPr>
          <p:nvPr/>
        </p:nvSpPr>
        <p:spPr>
          <a:xfrm xmlns:a="http://schemas.openxmlformats.org/drawingml/2006/main">
            <a:off x="5915025" y="5610225"/>
            <a:ext cx="5667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B86922"/>
                </a:solidFill>
                <a:latin typeface="Arial"/>
                <a:ea typeface="Arial"/>
                <a:cs typeface="Arial"/>
              </a:defRPr>
            </a:defPPr>
            <a:lvl1pPr>
              <a:buNone/>
              <a:defRPr sz="1875" b="1">
                <a:solidFill>
                  <a:srgbClr val="B86922"/>
                </a:solidFill>
                <a:latin typeface="Arial"/>
                <a:ea typeface="Arial"/>
                <a:cs typeface="Arial"/>
              </a:defRPr>
            </a:lvl1pPr>
            <a:lvl2pPr>
              <a:buNone/>
              <a:defRPr sz="1875" b="1">
                <a:solidFill>
                  <a:srgbClr val="B86922"/>
                </a:solidFill>
                <a:latin typeface="Arial"/>
                <a:ea typeface="Arial"/>
                <a:cs typeface="Arial"/>
              </a:defRPr>
            </a:lvl2pPr>
            <a:lvl3pPr>
              <a:buNone/>
              <a:defRPr sz="1875" b="1">
                <a:solidFill>
                  <a:srgbClr val="B86922"/>
                </a:solidFill>
                <a:latin typeface="Arial"/>
                <a:ea typeface="Arial"/>
                <a:cs typeface="Arial"/>
              </a:defRPr>
            </a:lvl3pPr>
            <a:lvl4pPr>
              <a:buNone/>
              <a:defRPr sz="1875" b="1">
                <a:solidFill>
                  <a:srgbClr val="B86922"/>
                </a:solidFill>
                <a:latin typeface="Arial"/>
                <a:ea typeface="Arial"/>
                <a:cs typeface="Arial"/>
              </a:defRPr>
            </a:lvl4pPr>
            <a:lvl5pPr>
              <a:buNone/>
              <a:defRPr sz="1875" b="1">
                <a:solidFill>
                  <a:srgbClr val="B86922"/>
                </a:solidFill>
                <a:latin typeface="Arial"/>
                <a:ea typeface="Arial"/>
                <a:cs typeface="Arial"/>
              </a:defRPr>
            </a:lvl5pPr>
            <a:lvl6pPr>
              <a:buNone/>
              <a:defRPr sz="1875" b="1">
                <a:solidFill>
                  <a:srgbClr val="B86922"/>
                </a:solidFill>
                <a:latin typeface="Arial"/>
                <a:ea typeface="Arial"/>
                <a:cs typeface="Arial"/>
              </a:defRPr>
            </a:lvl6pPr>
            <a:lvl7pPr>
              <a:buNone/>
              <a:defRPr sz="1875" b="1">
                <a:solidFill>
                  <a:srgbClr val="B86922"/>
                </a:solidFill>
                <a:latin typeface="Arial"/>
                <a:ea typeface="Arial"/>
                <a:cs typeface="Arial"/>
              </a:defRPr>
            </a:lvl7pPr>
            <a:lvl8pPr>
              <a:buNone/>
              <a:defRPr sz="1875" b="1">
                <a:solidFill>
                  <a:srgbClr val="B86922"/>
                </a:solidFill>
                <a:latin typeface="Arial"/>
                <a:ea typeface="Arial"/>
                <a:cs typeface="Arial"/>
              </a:defRPr>
            </a:lvl8pPr>
            <a:lvl9pPr>
              <a:buNone/>
              <a:defRPr sz="1875" b="1">
                <a:solidFill>
                  <a:srgbClr val="B86922"/>
                </a:solidFill>
                <a:latin typeface="Arial"/>
                <a:ea typeface="Arial"/>
                <a:cs typeface="Arial"/>
              </a:defRPr>
            </a:lvl9pPr>
          </a:lstStyle>
          <a:p xmlns:a="http://schemas.openxmlformats.org/drawingml/2006/main">
            <a:pPr>
              <a:buNone/>
              <a:defRPr sz="1875" b="1">
                <a:solidFill>
                  <a:srgbClr val="B86922"/>
                </a:solidFill>
                <a:latin typeface="Arial"/>
                <a:ea typeface="Arial"/>
                <a:cs typeface="Arial"/>
              </a:defRPr>
            </a:pPr>
            <a:r>
              <a:rPr sz="1875" b="1">
                <a:solidFill>
                  <a:srgbClr val="B86922"/>
                </a:solidFill>
                <a:latin typeface="Arial"/>
                <a:ea typeface="Arial"/>
                <a:cs typeface="Arial"/>
              </a:rPr>
              <a:t>Sensitivity: 91 moderate, 87 faster AI</a:t>
            </a:r>
          </a:p>
        </p:txBody>
      </p:sp>
      <p:sp>
        <p:nvSpPr>
          <p:cNvPr id="16" name="Next: review dated AI signals against tasks, then explain the ski">
            <a:extLst xmlns:a="http://schemas.openxmlformats.org/drawingml/2006/main">
              <a:ext uri="{FF2B5EF4-FFF2-40B4-BE49-F238E27FC236}">
                <a16:creationId xmlns:a16="http://schemas.microsoft.com/office/drawing/2014/main" id="{B99A4506-C909-412C-9677-4CF09EBC39EA}"/>
              </a:ext>
            </a:extLst>
          </p:cNvPr>
          <p:cNvSpPr>
            <a:spLocks xmlns:a="http://schemas.openxmlformats.org/drawingml/2006/main" noGrp="1"/>
          </p:cNvSpPr>
          <p:nvPr/>
        </p:nvSpPr>
        <p:spPr>
          <a:xfrm xmlns:a="http://schemas.openxmlformats.org/drawingml/2006/main">
            <a:off x="609600" y="62007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0758B"/>
                </a:solidFill>
                <a:latin typeface="Arial"/>
                <a:ea typeface="Arial"/>
                <a:cs typeface="Arial"/>
              </a:defRPr>
            </a:defPPr>
            <a:lvl1pPr>
              <a:buNone/>
              <a:defRPr sz="1350" b="0">
                <a:solidFill>
                  <a:srgbClr val="60758B"/>
                </a:solidFill>
                <a:latin typeface="Arial"/>
                <a:ea typeface="Arial"/>
                <a:cs typeface="Arial"/>
              </a:defRPr>
            </a:lvl1pPr>
            <a:lvl2pPr>
              <a:buNone/>
              <a:defRPr sz="1350" b="0">
                <a:solidFill>
                  <a:srgbClr val="60758B"/>
                </a:solidFill>
                <a:latin typeface="Arial"/>
                <a:ea typeface="Arial"/>
                <a:cs typeface="Arial"/>
              </a:defRPr>
            </a:lvl2pPr>
            <a:lvl3pPr>
              <a:buNone/>
              <a:defRPr sz="1350" b="0">
                <a:solidFill>
                  <a:srgbClr val="60758B"/>
                </a:solidFill>
                <a:latin typeface="Arial"/>
                <a:ea typeface="Arial"/>
                <a:cs typeface="Arial"/>
              </a:defRPr>
            </a:lvl3pPr>
            <a:lvl4pPr>
              <a:buNone/>
              <a:defRPr sz="1350" b="0">
                <a:solidFill>
                  <a:srgbClr val="60758B"/>
                </a:solidFill>
                <a:latin typeface="Arial"/>
                <a:ea typeface="Arial"/>
                <a:cs typeface="Arial"/>
              </a:defRPr>
            </a:lvl4pPr>
            <a:lvl5pPr>
              <a:buNone/>
              <a:defRPr sz="1350" b="0">
                <a:solidFill>
                  <a:srgbClr val="60758B"/>
                </a:solidFill>
                <a:latin typeface="Arial"/>
                <a:ea typeface="Arial"/>
                <a:cs typeface="Arial"/>
              </a:defRPr>
            </a:lvl5pPr>
            <a:lvl6pPr>
              <a:buNone/>
              <a:defRPr sz="1350" b="0">
                <a:solidFill>
                  <a:srgbClr val="60758B"/>
                </a:solidFill>
                <a:latin typeface="Arial"/>
                <a:ea typeface="Arial"/>
                <a:cs typeface="Arial"/>
              </a:defRPr>
            </a:lvl6pPr>
            <a:lvl7pPr>
              <a:buNone/>
              <a:defRPr sz="1350" b="0">
                <a:solidFill>
                  <a:srgbClr val="60758B"/>
                </a:solidFill>
                <a:latin typeface="Arial"/>
                <a:ea typeface="Arial"/>
                <a:cs typeface="Arial"/>
              </a:defRPr>
            </a:lvl7pPr>
            <a:lvl8pPr>
              <a:buNone/>
              <a:defRPr sz="1350" b="0">
                <a:solidFill>
                  <a:srgbClr val="60758B"/>
                </a:solidFill>
                <a:latin typeface="Arial"/>
                <a:ea typeface="Arial"/>
                <a:cs typeface="Arial"/>
              </a:defRPr>
            </a:lvl8pPr>
            <a:lvl9pPr>
              <a:buNone/>
              <a:defRPr sz="1350" b="0">
                <a:solidFill>
                  <a:srgbClr val="60758B"/>
                </a:solidFill>
                <a:latin typeface="Arial"/>
                <a:ea typeface="Arial"/>
                <a:cs typeface="Arial"/>
              </a:defRPr>
            </a:lvl9pPr>
          </a:lstStyle>
          <a:p xmlns:a="http://schemas.openxmlformats.org/drawingml/2006/main">
            <a:pPr>
              <a:buNone/>
              <a:defRPr sz="1350" b="0">
                <a:solidFill>
                  <a:srgbClr val="60758B"/>
                </a:solidFill>
                <a:latin typeface="Arial"/>
                <a:ea typeface="Arial"/>
                <a:cs typeface="Arial"/>
              </a:defRPr>
            </a:pPr>
            <a:r>
              <a:rPr sz="1350" b="0">
                <a:solidFill>
                  <a:srgbClr val="60758B"/>
                </a:solidFill>
                <a:latin typeface="Arial"/>
                <a:ea typeface="Arial"/>
                <a:cs typeface="Arial"/>
              </a:rPr>
              <a:t>Planned: review dated signals against tasks, then explain skill outlooks and scenarios</a:t>
            </a:r>
          </a:p>
        </p:txBody>
      </p:sp>
    </p:spTree>
    <p:extLst>
      <p:ext uri="{BB962C8B-B14F-4D97-AF65-F5344CB8AC3E}">
        <p14:creationId xmlns:p14="http://schemas.microsoft.com/office/powerpoint/2010/main" val="400825367"/>
      </p:ext>
    </p:extLst>
  </p:cSld>
</p:sld>
</file>

<file path=ppt/slides/slide7.xml><?xml version="1.0" encoding="utf-8"?>
<p:sld xmlns:p="http://schemas.openxmlformats.org/presentationml/2006/main">
  <p:cSld>
    <p:bg>
      <p:bgPr>
        <a:solidFill xmlns:a="http://schemas.openxmlformats.org/drawingml/2006/main">
          <a:srgbClr val="F3F7FC"/>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37FE7BF-43B1-4591-9F79-CBC79194E5D4}"/>
              </a:ext>
            </a:extLst>
          </p:cNvPr>
          <p:cNvPicPr>
            <a:picLocks xmlns:a="http://schemas.openxmlformats.org/drawingml/2006/main" noChangeAspect="1"/>
          </p:cNvPicPr>
          <p:nvPr/>
        </p:nvPicPr>
        <p:blipFill>
          <a:blip xmlns:r="http://schemas.openxmlformats.org/officeDocument/2006/relationships" xmlns:a="http://schemas.openxmlformats.org/drawingml/2006/main" r:embed="R4a1e18a773a94833"/>
          <a:stretch xmlns:a="http://schemas.openxmlformats.org/drawingml/2006/main"/>
        </p:blipFill>
        <p:spPr>
          <a:xfrm xmlns:a="http://schemas.openxmlformats.org/drawingml/2006/main">
            <a:off x="621889" y="342900"/>
            <a:ext cx="1689923" cy="428625"/>
          </a:xfrm>
          <a:prstGeom xmlns:a="http://schemas.openxmlformats.org/drawingml/2006/main" prst="rect">
            <a:avLst/>
          </a:prstGeom>
        </p:spPr>
      </p:pic>
      <p:sp>
        <p:nvSpPr>
          <p:cNvPr id="2" name="07 / 08">
            <a:extLst xmlns:a="http://schemas.openxmlformats.org/drawingml/2006/main">
              <a:ext uri="{FF2B5EF4-FFF2-40B4-BE49-F238E27FC236}">
                <a16:creationId xmlns:a16="http://schemas.microsoft.com/office/drawing/2014/main" id="{75F892A7-E35A-4498-987A-7825837F4713}"/>
              </a:ext>
            </a:extLst>
          </p:cNvPr>
          <p:cNvSpPr>
            <a:spLocks xmlns:a="http://schemas.openxmlformats.org/drawingml/2006/main" noGrp="1"/>
          </p:cNvSpPr>
          <p:nvPr/>
        </p:nvSpPr>
        <p:spPr>
          <a:xfrm xmlns:a="http://schemas.openxmlformats.org/drawingml/2006/main">
            <a:off x="10610850" y="457200"/>
            <a:ext cx="971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0758B"/>
                </a:solidFill>
                <a:latin typeface="Arial"/>
                <a:ea typeface="Arial"/>
                <a:cs typeface="Arial"/>
              </a:defRPr>
            </a:defPPr>
            <a:lvl1pPr>
              <a:buNone/>
              <a:defRPr sz="1350" b="0">
                <a:solidFill>
                  <a:srgbClr val="60758B"/>
                </a:solidFill>
                <a:latin typeface="Arial"/>
                <a:ea typeface="Arial"/>
                <a:cs typeface="Arial"/>
              </a:defRPr>
            </a:lvl1pPr>
            <a:lvl2pPr>
              <a:buNone/>
              <a:defRPr sz="1350" b="0">
                <a:solidFill>
                  <a:srgbClr val="60758B"/>
                </a:solidFill>
                <a:latin typeface="Arial"/>
                <a:ea typeface="Arial"/>
                <a:cs typeface="Arial"/>
              </a:defRPr>
            </a:lvl2pPr>
            <a:lvl3pPr>
              <a:buNone/>
              <a:defRPr sz="1350" b="0">
                <a:solidFill>
                  <a:srgbClr val="60758B"/>
                </a:solidFill>
                <a:latin typeface="Arial"/>
                <a:ea typeface="Arial"/>
                <a:cs typeface="Arial"/>
              </a:defRPr>
            </a:lvl3pPr>
            <a:lvl4pPr>
              <a:buNone/>
              <a:defRPr sz="1350" b="0">
                <a:solidFill>
                  <a:srgbClr val="60758B"/>
                </a:solidFill>
                <a:latin typeface="Arial"/>
                <a:ea typeface="Arial"/>
                <a:cs typeface="Arial"/>
              </a:defRPr>
            </a:lvl4pPr>
            <a:lvl5pPr>
              <a:buNone/>
              <a:defRPr sz="1350" b="0">
                <a:solidFill>
                  <a:srgbClr val="60758B"/>
                </a:solidFill>
                <a:latin typeface="Arial"/>
                <a:ea typeface="Arial"/>
                <a:cs typeface="Arial"/>
              </a:defRPr>
            </a:lvl5pPr>
            <a:lvl6pPr>
              <a:buNone/>
              <a:defRPr sz="1350" b="0">
                <a:solidFill>
                  <a:srgbClr val="60758B"/>
                </a:solidFill>
                <a:latin typeface="Arial"/>
                <a:ea typeface="Arial"/>
                <a:cs typeface="Arial"/>
              </a:defRPr>
            </a:lvl6pPr>
            <a:lvl7pPr>
              <a:buNone/>
              <a:defRPr sz="1350" b="0">
                <a:solidFill>
                  <a:srgbClr val="60758B"/>
                </a:solidFill>
                <a:latin typeface="Arial"/>
                <a:ea typeface="Arial"/>
                <a:cs typeface="Arial"/>
              </a:defRPr>
            </a:lvl7pPr>
            <a:lvl8pPr>
              <a:buNone/>
              <a:defRPr sz="1350" b="0">
                <a:solidFill>
                  <a:srgbClr val="60758B"/>
                </a:solidFill>
                <a:latin typeface="Arial"/>
                <a:ea typeface="Arial"/>
                <a:cs typeface="Arial"/>
              </a:defRPr>
            </a:lvl8pPr>
            <a:lvl9pPr>
              <a:buNone/>
              <a:defRPr sz="1350" b="0">
                <a:solidFill>
                  <a:srgbClr val="60758B"/>
                </a:solidFill>
                <a:latin typeface="Arial"/>
                <a:ea typeface="Arial"/>
                <a:cs typeface="Arial"/>
              </a:defRPr>
            </a:lvl9pPr>
          </a:lstStyle>
          <a:p xmlns:a="http://schemas.openxmlformats.org/drawingml/2006/main">
            <a:pPr>
              <a:buNone/>
              <a:defRPr sz="1350" b="0">
                <a:solidFill>
                  <a:srgbClr val="60758B"/>
                </a:solidFill>
                <a:latin typeface="Arial"/>
                <a:ea typeface="Arial"/>
                <a:cs typeface="Arial"/>
              </a:defRPr>
            </a:pPr>
            <a:r>
              <a:rPr sz="1350" b="0">
                <a:solidFill>
                  <a:srgbClr val="60758B"/>
                </a:solidFill>
                <a:latin typeface="Arial"/>
                <a:ea typeface="Arial"/>
                <a:cs typeface="Arial"/>
              </a:rPr>
              <a:t>07 / 08</a:t>
            </a:r>
          </a:p>
        </p:txBody>
      </p:sp>
      <p:sp>
        <p:nvSpPr>
          <p:cNvPr id="3" name="Value, feasibility and the next build">
            <a:extLst xmlns:a="http://schemas.openxmlformats.org/drawingml/2006/main">
              <a:ext uri="{FF2B5EF4-FFF2-40B4-BE49-F238E27FC236}">
                <a16:creationId xmlns:a16="http://schemas.microsoft.com/office/drawing/2014/main" id="{D116FE77-8DE5-44DE-AD10-B2911733FE78}"/>
              </a:ext>
            </a:extLst>
          </p:cNvPr>
          <p:cNvSpPr>
            <a:spLocks xmlns:a="http://schemas.openxmlformats.org/drawingml/2006/main" noGrp="1"/>
          </p:cNvSpPr>
          <p:nvPr/>
        </p:nvSpPr>
        <p:spPr>
          <a:xfrm xmlns:a="http://schemas.openxmlformats.org/drawingml/2006/main">
            <a:off x="609600" y="10763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B2341"/>
                </a:solidFill>
                <a:latin typeface="Arial"/>
                <a:ea typeface="Arial"/>
                <a:cs typeface="Arial"/>
              </a:defRPr>
            </a:defPPr>
            <a:lvl1pPr>
              <a:buNone/>
              <a:defRPr sz="3300" b="1">
                <a:solidFill>
                  <a:srgbClr val="0B2341"/>
                </a:solidFill>
                <a:latin typeface="Arial"/>
                <a:ea typeface="Arial"/>
                <a:cs typeface="Arial"/>
              </a:defRPr>
            </a:lvl1pPr>
            <a:lvl2pPr>
              <a:buNone/>
              <a:defRPr sz="3300" b="1">
                <a:solidFill>
                  <a:srgbClr val="0B2341"/>
                </a:solidFill>
                <a:latin typeface="Arial"/>
                <a:ea typeface="Arial"/>
                <a:cs typeface="Arial"/>
              </a:defRPr>
            </a:lvl2pPr>
            <a:lvl3pPr>
              <a:buNone/>
              <a:defRPr sz="3300" b="1">
                <a:solidFill>
                  <a:srgbClr val="0B2341"/>
                </a:solidFill>
                <a:latin typeface="Arial"/>
                <a:ea typeface="Arial"/>
                <a:cs typeface="Arial"/>
              </a:defRPr>
            </a:lvl3pPr>
            <a:lvl4pPr>
              <a:buNone/>
              <a:defRPr sz="3300" b="1">
                <a:solidFill>
                  <a:srgbClr val="0B2341"/>
                </a:solidFill>
                <a:latin typeface="Arial"/>
                <a:ea typeface="Arial"/>
                <a:cs typeface="Arial"/>
              </a:defRPr>
            </a:lvl4pPr>
            <a:lvl5pPr>
              <a:buNone/>
              <a:defRPr sz="3300" b="1">
                <a:solidFill>
                  <a:srgbClr val="0B2341"/>
                </a:solidFill>
                <a:latin typeface="Arial"/>
                <a:ea typeface="Arial"/>
                <a:cs typeface="Arial"/>
              </a:defRPr>
            </a:lvl5pPr>
            <a:lvl6pPr>
              <a:buNone/>
              <a:defRPr sz="3300" b="1">
                <a:solidFill>
                  <a:srgbClr val="0B2341"/>
                </a:solidFill>
                <a:latin typeface="Arial"/>
                <a:ea typeface="Arial"/>
                <a:cs typeface="Arial"/>
              </a:defRPr>
            </a:lvl6pPr>
            <a:lvl7pPr>
              <a:buNone/>
              <a:defRPr sz="3300" b="1">
                <a:solidFill>
                  <a:srgbClr val="0B2341"/>
                </a:solidFill>
                <a:latin typeface="Arial"/>
                <a:ea typeface="Arial"/>
                <a:cs typeface="Arial"/>
              </a:defRPr>
            </a:lvl7pPr>
            <a:lvl8pPr>
              <a:buNone/>
              <a:defRPr sz="3300" b="1">
                <a:solidFill>
                  <a:srgbClr val="0B2341"/>
                </a:solidFill>
                <a:latin typeface="Arial"/>
                <a:ea typeface="Arial"/>
                <a:cs typeface="Arial"/>
              </a:defRPr>
            </a:lvl8pPr>
            <a:lvl9pPr>
              <a:buNone/>
              <a:defRPr sz="3300" b="1">
                <a:solidFill>
                  <a:srgbClr val="0B2341"/>
                </a:solidFill>
                <a:latin typeface="Arial"/>
                <a:ea typeface="Arial"/>
                <a:cs typeface="Arial"/>
              </a:defRPr>
            </a:lvl9pPr>
          </a:lstStyle>
          <a:p xmlns:a="http://schemas.openxmlformats.org/drawingml/2006/main">
            <a:pPr>
              <a:buNone/>
              <a:defRPr sz="3300" b="1">
                <a:solidFill>
                  <a:srgbClr val="0B2341"/>
                </a:solidFill>
                <a:latin typeface="Arial"/>
                <a:ea typeface="Arial"/>
                <a:cs typeface="Arial"/>
              </a:defRPr>
            </a:pPr>
            <a:r>
              <a:rPr sz="3300" b="1">
                <a:solidFill>
                  <a:srgbClr val="0B2341"/>
                </a:solidFill>
                <a:latin typeface="Arial"/>
                <a:ea typeface="Arial"/>
                <a:cs typeface="Arial"/>
              </a:rPr>
              <a:t>Final delivery and impact</a:t>
            </a:r>
          </a:p>
        </p:txBody>
      </p:sp>
      <p:sp>
        <p:nvSpPr>
          <p:cNvPr id="4" name="Video 4:45 - 5:30">
            <a:extLst xmlns:a="http://schemas.openxmlformats.org/drawingml/2006/main">
              <a:ext uri="{FF2B5EF4-FFF2-40B4-BE49-F238E27FC236}">
                <a16:creationId xmlns:a16="http://schemas.microsoft.com/office/drawing/2014/main" id="{A0110649-632D-46DB-887F-9A4D2670DE74}"/>
              </a:ext>
            </a:extLst>
          </p:cNvPr>
          <p:cNvSpPr>
            <a:spLocks xmlns:a="http://schemas.openxmlformats.org/drawingml/2006/main" noGrp="1"/>
          </p:cNvSpPr>
          <p:nvPr/>
        </p:nvSpPr>
        <p:spPr>
          <a:xfrm xmlns:a="http://schemas.openxmlformats.org/drawingml/2006/main">
            <a:off x="609600" y="647700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0758B"/>
                </a:solidFill>
                <a:latin typeface="Arial"/>
                <a:ea typeface="Arial"/>
                <a:cs typeface="Arial"/>
              </a:defRPr>
            </a:defPPr>
            <a:lvl1pPr>
              <a:buNone/>
              <a:defRPr sz="1275" b="0">
                <a:solidFill>
                  <a:srgbClr val="60758B"/>
                </a:solidFill>
                <a:latin typeface="Arial"/>
                <a:ea typeface="Arial"/>
                <a:cs typeface="Arial"/>
              </a:defRPr>
            </a:lvl1pPr>
            <a:lvl2pPr>
              <a:buNone/>
              <a:defRPr sz="1275" b="0">
                <a:solidFill>
                  <a:srgbClr val="60758B"/>
                </a:solidFill>
                <a:latin typeface="Arial"/>
                <a:ea typeface="Arial"/>
                <a:cs typeface="Arial"/>
              </a:defRPr>
            </a:lvl2pPr>
            <a:lvl3pPr>
              <a:buNone/>
              <a:defRPr sz="1275" b="0">
                <a:solidFill>
                  <a:srgbClr val="60758B"/>
                </a:solidFill>
                <a:latin typeface="Arial"/>
                <a:ea typeface="Arial"/>
                <a:cs typeface="Arial"/>
              </a:defRPr>
            </a:lvl3pPr>
            <a:lvl4pPr>
              <a:buNone/>
              <a:defRPr sz="1275" b="0">
                <a:solidFill>
                  <a:srgbClr val="60758B"/>
                </a:solidFill>
                <a:latin typeface="Arial"/>
                <a:ea typeface="Arial"/>
                <a:cs typeface="Arial"/>
              </a:defRPr>
            </a:lvl4pPr>
            <a:lvl5pPr>
              <a:buNone/>
              <a:defRPr sz="1275" b="0">
                <a:solidFill>
                  <a:srgbClr val="60758B"/>
                </a:solidFill>
                <a:latin typeface="Arial"/>
                <a:ea typeface="Arial"/>
                <a:cs typeface="Arial"/>
              </a:defRPr>
            </a:lvl5pPr>
            <a:lvl6pPr>
              <a:buNone/>
              <a:defRPr sz="1275" b="0">
                <a:solidFill>
                  <a:srgbClr val="60758B"/>
                </a:solidFill>
                <a:latin typeface="Arial"/>
                <a:ea typeface="Arial"/>
                <a:cs typeface="Arial"/>
              </a:defRPr>
            </a:lvl6pPr>
            <a:lvl7pPr>
              <a:buNone/>
              <a:defRPr sz="1275" b="0">
                <a:solidFill>
                  <a:srgbClr val="60758B"/>
                </a:solidFill>
                <a:latin typeface="Arial"/>
                <a:ea typeface="Arial"/>
                <a:cs typeface="Arial"/>
              </a:defRPr>
            </a:lvl7pPr>
            <a:lvl8pPr>
              <a:buNone/>
              <a:defRPr sz="1275" b="0">
                <a:solidFill>
                  <a:srgbClr val="60758B"/>
                </a:solidFill>
                <a:latin typeface="Arial"/>
                <a:ea typeface="Arial"/>
                <a:cs typeface="Arial"/>
              </a:defRPr>
            </a:lvl8pPr>
            <a:lvl9pPr>
              <a:buNone/>
              <a:defRPr sz="1275" b="0">
                <a:solidFill>
                  <a:srgbClr val="60758B"/>
                </a:solidFill>
                <a:latin typeface="Arial"/>
                <a:ea typeface="Arial"/>
                <a:cs typeface="Arial"/>
              </a:defRPr>
            </a:lvl9pPr>
          </a:lstStyle>
          <a:p xmlns:a="http://schemas.openxmlformats.org/drawingml/2006/main">
            <a:pPr>
              <a:buNone/>
              <a:defRPr sz="1275" b="0">
                <a:solidFill>
                  <a:srgbClr val="60758B"/>
                </a:solidFill>
                <a:latin typeface="Arial"/>
                <a:ea typeface="Arial"/>
                <a:cs typeface="Arial"/>
              </a:defRPr>
            </a:pPr>
            <a:r>
              <a:rPr sz="1275" b="0">
                <a:solidFill>
                  <a:srgbClr val="60758B"/>
                </a:solidFill>
                <a:latin typeface="Arial"/>
                <a:ea typeface="Arial"/>
                <a:cs typeface="Arial"/>
              </a:rPr>
              <a:t>Video 4:45 - 5:30</a:t>
            </a:r>
          </a:p>
        </p:txBody>
      </p:sp>
      <p:sp>
        <p:nvSpPr>
          <p:cNvPr id="5" name="What Alex gets">
            <a:extLst xmlns:a="http://schemas.openxmlformats.org/drawingml/2006/main">
              <a:ext uri="{FF2B5EF4-FFF2-40B4-BE49-F238E27FC236}">
                <a16:creationId xmlns:a16="http://schemas.microsoft.com/office/drawing/2014/main" id="{41EBEE28-8FDB-443F-955E-6134B83ED6F6}"/>
              </a:ext>
            </a:extLst>
          </p:cNvPr>
          <p:cNvSpPr>
            <a:spLocks xmlns:a="http://schemas.openxmlformats.org/drawingml/2006/main" noGrp="1"/>
          </p:cNvSpPr>
          <p:nvPr/>
        </p:nvSpPr>
        <p:spPr>
          <a:xfrm xmlns:a="http://schemas.openxmlformats.org/drawingml/2006/main">
            <a:off x="609600" y="2219325"/>
            <a:ext cx="4981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45BF3"/>
                </a:solidFill>
                <a:latin typeface="Arial"/>
                <a:ea typeface="Arial"/>
                <a:cs typeface="Arial"/>
              </a:defRPr>
            </a:defPPr>
            <a:lvl1pPr>
              <a:buNone/>
              <a:defRPr sz="2550" b="1">
                <a:solidFill>
                  <a:srgbClr val="245BF3"/>
                </a:solidFill>
                <a:latin typeface="Arial"/>
                <a:ea typeface="Arial"/>
                <a:cs typeface="Arial"/>
              </a:defRPr>
            </a:lvl1pPr>
            <a:lvl2pPr>
              <a:buNone/>
              <a:defRPr sz="2550" b="1">
                <a:solidFill>
                  <a:srgbClr val="245BF3"/>
                </a:solidFill>
                <a:latin typeface="Arial"/>
                <a:ea typeface="Arial"/>
                <a:cs typeface="Arial"/>
              </a:defRPr>
            </a:lvl2pPr>
            <a:lvl3pPr>
              <a:buNone/>
              <a:defRPr sz="2550" b="1">
                <a:solidFill>
                  <a:srgbClr val="245BF3"/>
                </a:solidFill>
                <a:latin typeface="Arial"/>
                <a:ea typeface="Arial"/>
                <a:cs typeface="Arial"/>
              </a:defRPr>
            </a:lvl3pPr>
            <a:lvl4pPr>
              <a:buNone/>
              <a:defRPr sz="2550" b="1">
                <a:solidFill>
                  <a:srgbClr val="245BF3"/>
                </a:solidFill>
                <a:latin typeface="Arial"/>
                <a:ea typeface="Arial"/>
                <a:cs typeface="Arial"/>
              </a:defRPr>
            </a:lvl4pPr>
            <a:lvl5pPr>
              <a:buNone/>
              <a:defRPr sz="2550" b="1">
                <a:solidFill>
                  <a:srgbClr val="245BF3"/>
                </a:solidFill>
                <a:latin typeface="Arial"/>
                <a:ea typeface="Arial"/>
                <a:cs typeface="Arial"/>
              </a:defRPr>
            </a:lvl5pPr>
            <a:lvl6pPr>
              <a:buNone/>
              <a:defRPr sz="2550" b="1">
                <a:solidFill>
                  <a:srgbClr val="245BF3"/>
                </a:solidFill>
                <a:latin typeface="Arial"/>
                <a:ea typeface="Arial"/>
                <a:cs typeface="Arial"/>
              </a:defRPr>
            </a:lvl6pPr>
            <a:lvl7pPr>
              <a:buNone/>
              <a:defRPr sz="2550" b="1">
                <a:solidFill>
                  <a:srgbClr val="245BF3"/>
                </a:solidFill>
                <a:latin typeface="Arial"/>
                <a:ea typeface="Arial"/>
                <a:cs typeface="Arial"/>
              </a:defRPr>
            </a:lvl7pPr>
            <a:lvl8pPr>
              <a:buNone/>
              <a:defRPr sz="2550" b="1">
                <a:solidFill>
                  <a:srgbClr val="245BF3"/>
                </a:solidFill>
                <a:latin typeface="Arial"/>
                <a:ea typeface="Arial"/>
                <a:cs typeface="Arial"/>
              </a:defRPr>
            </a:lvl8pPr>
            <a:lvl9pPr>
              <a:buNone/>
              <a:defRPr sz="2550" b="1">
                <a:solidFill>
                  <a:srgbClr val="245BF3"/>
                </a:solidFill>
                <a:latin typeface="Arial"/>
                <a:ea typeface="Arial"/>
                <a:cs typeface="Arial"/>
              </a:defRPr>
            </a:lvl9pPr>
          </a:lstStyle>
          <a:p xmlns:a="http://schemas.openxmlformats.org/drawingml/2006/main">
            <a:pPr>
              <a:buNone/>
              <a:defRPr sz="2400" b="1">
                <a:solidFill>
                  <a:srgbClr val="245BF3"/>
                </a:solidFill>
                <a:latin typeface="Arial"/>
                <a:ea typeface="Arial"/>
                <a:cs typeface="Arial"/>
              </a:defRPr>
            </a:pPr>
            <a:r>
              <a:rPr sz="2400" b="1">
                <a:solidFill>
                  <a:srgbClr val="245BF3"/>
                </a:solidFill>
                <a:latin typeface="Arial"/>
                <a:ea typeface="Arial"/>
                <a:cs typeface="Arial"/>
              </a:rPr>
              <a:t>Final build priorities</a:t>
            </a:r>
          </a:p>
        </p:txBody>
      </p:sp>
      <p:sp>
        <p:nvSpPr>
          <p:cNvPr id="6" name="A role to investigate A visible skill gap A realistic first actio">
            <a:extLst xmlns:a="http://schemas.openxmlformats.org/drawingml/2006/main">
              <a:ext uri="{FF2B5EF4-FFF2-40B4-BE49-F238E27FC236}">
                <a16:creationId xmlns:a16="http://schemas.microsoft.com/office/drawing/2014/main" id="{28435E6D-916E-4E73-BBA4-5AF8AB8EC837}"/>
              </a:ext>
            </a:extLst>
          </p:cNvPr>
          <p:cNvSpPr>
            <a:spLocks xmlns:a="http://schemas.openxmlformats.org/drawingml/2006/main" noGrp="1"/>
          </p:cNvSpPr>
          <p:nvPr/>
        </p:nvSpPr>
        <p:spPr>
          <a:xfrm xmlns:a="http://schemas.openxmlformats.org/drawingml/2006/main">
            <a:off x="609600" y="2933700"/>
            <a:ext cx="52197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B2341"/>
                </a:solidFill>
                <a:latin typeface="Arial"/>
                <a:ea typeface="Arial"/>
                <a:cs typeface="Arial"/>
              </a:defRPr>
            </a:defPPr>
            <a:lvl1pPr>
              <a:buNone/>
              <a:defRPr sz="2325" b="1">
                <a:solidFill>
                  <a:srgbClr val="0B2341"/>
                </a:solidFill>
                <a:latin typeface="Arial"/>
                <a:ea typeface="Arial"/>
                <a:cs typeface="Arial"/>
              </a:defRPr>
            </a:lvl1pPr>
            <a:lvl2pPr>
              <a:buNone/>
              <a:defRPr sz="2325" b="1">
                <a:solidFill>
                  <a:srgbClr val="0B2341"/>
                </a:solidFill>
                <a:latin typeface="Arial"/>
                <a:ea typeface="Arial"/>
                <a:cs typeface="Arial"/>
              </a:defRPr>
            </a:lvl2pPr>
            <a:lvl3pPr>
              <a:buNone/>
              <a:defRPr sz="2325" b="1">
                <a:solidFill>
                  <a:srgbClr val="0B2341"/>
                </a:solidFill>
                <a:latin typeface="Arial"/>
                <a:ea typeface="Arial"/>
                <a:cs typeface="Arial"/>
              </a:defRPr>
            </a:lvl3pPr>
            <a:lvl4pPr>
              <a:buNone/>
              <a:defRPr sz="2325" b="1">
                <a:solidFill>
                  <a:srgbClr val="0B2341"/>
                </a:solidFill>
                <a:latin typeface="Arial"/>
                <a:ea typeface="Arial"/>
                <a:cs typeface="Arial"/>
              </a:defRPr>
            </a:lvl4pPr>
            <a:lvl5pPr>
              <a:buNone/>
              <a:defRPr sz="2325" b="1">
                <a:solidFill>
                  <a:srgbClr val="0B2341"/>
                </a:solidFill>
                <a:latin typeface="Arial"/>
                <a:ea typeface="Arial"/>
                <a:cs typeface="Arial"/>
              </a:defRPr>
            </a:lvl5pPr>
            <a:lvl6pPr>
              <a:buNone/>
              <a:defRPr sz="2325" b="1">
                <a:solidFill>
                  <a:srgbClr val="0B2341"/>
                </a:solidFill>
                <a:latin typeface="Arial"/>
                <a:ea typeface="Arial"/>
                <a:cs typeface="Arial"/>
              </a:defRPr>
            </a:lvl6pPr>
            <a:lvl7pPr>
              <a:buNone/>
              <a:defRPr sz="2325" b="1">
                <a:solidFill>
                  <a:srgbClr val="0B2341"/>
                </a:solidFill>
                <a:latin typeface="Arial"/>
                <a:ea typeface="Arial"/>
                <a:cs typeface="Arial"/>
              </a:defRPr>
            </a:lvl7pPr>
            <a:lvl8pPr>
              <a:buNone/>
              <a:defRPr sz="2325" b="1">
                <a:solidFill>
                  <a:srgbClr val="0B2341"/>
                </a:solidFill>
                <a:latin typeface="Arial"/>
                <a:ea typeface="Arial"/>
                <a:cs typeface="Arial"/>
              </a:defRPr>
            </a:lvl8pPr>
            <a:lvl9pPr>
              <a:buNone/>
              <a:defRPr sz="2325" b="1">
                <a:solidFill>
                  <a:srgbClr val="0B2341"/>
                </a:solidFill>
                <a:latin typeface="Arial"/>
                <a:ea typeface="Arial"/>
                <a:cs typeface="Arial"/>
              </a:defRPr>
            </a:lvl9pPr>
          </a:lstStyle>
          <a:p xmlns:a="http://schemas.openxmlformats.org/drawingml/2006/main">
            <a:pPr>
              <a:buNone/>
              <a:defRPr sz="2175" b="1">
                <a:solidFill>
                  <a:srgbClr val="0B2341"/>
                </a:solidFill>
                <a:latin typeface="Arial"/>
                <a:ea typeface="Arial"/>
                <a:cs typeface="Arial"/>
              </a:defRPr>
            </a:pPr>
            <a:r>
              <a:rPr sz="2175" b="1">
                <a:solidFill>
                  <a:srgbClr val="0B2341"/>
                </a:solidFill>
                <a:latin typeface="Arial"/>
                <a:ea typeface="Arial"/>
                <a:cs typeface="Arial"/>
              </a:rPr>
              <a:t>Skill outlooks from evidence</a:t>
            </a:r>
          </a:p>
          <a:p xmlns:a="http://schemas.openxmlformats.org/drawingml/2006/main">
            <a:pPr>
              <a:buNone/>
              <a:defRPr sz="2175" b="1">
                <a:solidFill>
                  <a:srgbClr val="0B2341"/>
                </a:solidFill>
                <a:latin typeface="Arial"/>
                <a:ea typeface="Arial"/>
                <a:cs typeface="Arial"/>
              </a:defRPr>
            </a:pPr>
            <a:r>
              <a:rPr sz="2175" b="1">
                <a:solidFill>
                  <a:srgbClr val="0B2341"/>
                </a:solidFill>
                <a:latin typeface="Arial"/>
                <a:ea typeface="Arial"/>
                <a:cs typeface="Arial"/>
              </a:rPr>
              <a:t>Scenario explanations</a:t>
            </a:r>
          </a:p>
          <a:p xmlns:a="http://schemas.openxmlformats.org/drawingml/2006/main">
            <a:pPr>
              <a:buNone/>
              <a:defRPr sz="2175" b="1">
                <a:solidFill>
                  <a:srgbClr val="0B2341"/>
                </a:solidFill>
                <a:latin typeface="Arial"/>
                <a:ea typeface="Arial"/>
                <a:cs typeface="Arial"/>
              </a:defRPr>
            </a:pPr>
            <a:r>
              <a:rPr sz="2175" b="1">
                <a:solidFill>
                  <a:srgbClr val="0B2341"/>
                </a:solidFill>
                <a:latin typeface="Arial"/>
                <a:ea typeface="Arial"/>
                <a:cs typeface="Arial"/>
              </a:rPr>
              <a:t>SDG links per role and skill</a:t>
            </a:r>
          </a:p>
        </p:txBody>
      </p:sp>
      <p:sp>
        <p:nvSpPr>
          <p:cNvPr id="7" name="Main technical risk">
            <a:extLst xmlns:a="http://schemas.openxmlformats.org/drawingml/2006/main">
              <a:ext uri="{FF2B5EF4-FFF2-40B4-BE49-F238E27FC236}">
                <a16:creationId xmlns:a16="http://schemas.microsoft.com/office/drawing/2014/main" id="{B5E8B1C7-8CEE-436C-A20F-3CBE8CC0BC59}"/>
              </a:ext>
            </a:extLst>
          </p:cNvPr>
          <p:cNvSpPr>
            <a:spLocks xmlns:a="http://schemas.openxmlformats.org/drawingml/2006/main" noGrp="1"/>
          </p:cNvSpPr>
          <p:nvPr/>
        </p:nvSpPr>
        <p:spPr>
          <a:xfrm xmlns:a="http://schemas.openxmlformats.org/drawingml/2006/main">
            <a:off x="6581775" y="2219325"/>
            <a:ext cx="5000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45BF3"/>
                </a:solidFill>
                <a:latin typeface="Arial"/>
                <a:ea typeface="Arial"/>
                <a:cs typeface="Arial"/>
              </a:defRPr>
            </a:defPPr>
            <a:lvl1pPr>
              <a:buNone/>
              <a:defRPr sz="2325" b="1">
                <a:solidFill>
                  <a:srgbClr val="245BF3"/>
                </a:solidFill>
                <a:latin typeface="Arial"/>
                <a:ea typeface="Arial"/>
                <a:cs typeface="Arial"/>
              </a:defRPr>
            </a:lvl1pPr>
            <a:lvl2pPr>
              <a:buNone/>
              <a:defRPr sz="2325" b="1">
                <a:solidFill>
                  <a:srgbClr val="245BF3"/>
                </a:solidFill>
                <a:latin typeface="Arial"/>
                <a:ea typeface="Arial"/>
                <a:cs typeface="Arial"/>
              </a:defRPr>
            </a:lvl2pPr>
            <a:lvl3pPr>
              <a:buNone/>
              <a:defRPr sz="2325" b="1">
                <a:solidFill>
                  <a:srgbClr val="245BF3"/>
                </a:solidFill>
                <a:latin typeface="Arial"/>
                <a:ea typeface="Arial"/>
                <a:cs typeface="Arial"/>
              </a:defRPr>
            </a:lvl3pPr>
            <a:lvl4pPr>
              <a:buNone/>
              <a:defRPr sz="2325" b="1">
                <a:solidFill>
                  <a:srgbClr val="245BF3"/>
                </a:solidFill>
                <a:latin typeface="Arial"/>
                <a:ea typeface="Arial"/>
                <a:cs typeface="Arial"/>
              </a:defRPr>
            </a:lvl4pPr>
            <a:lvl5pPr>
              <a:buNone/>
              <a:defRPr sz="2325" b="1">
                <a:solidFill>
                  <a:srgbClr val="245BF3"/>
                </a:solidFill>
                <a:latin typeface="Arial"/>
                <a:ea typeface="Arial"/>
                <a:cs typeface="Arial"/>
              </a:defRPr>
            </a:lvl5pPr>
            <a:lvl6pPr>
              <a:buNone/>
              <a:defRPr sz="2325" b="1">
                <a:solidFill>
                  <a:srgbClr val="245BF3"/>
                </a:solidFill>
                <a:latin typeface="Arial"/>
                <a:ea typeface="Arial"/>
                <a:cs typeface="Arial"/>
              </a:defRPr>
            </a:lvl6pPr>
            <a:lvl7pPr>
              <a:buNone/>
              <a:defRPr sz="2325" b="1">
                <a:solidFill>
                  <a:srgbClr val="245BF3"/>
                </a:solidFill>
                <a:latin typeface="Arial"/>
                <a:ea typeface="Arial"/>
                <a:cs typeface="Arial"/>
              </a:defRPr>
            </a:lvl7pPr>
            <a:lvl8pPr>
              <a:buNone/>
              <a:defRPr sz="2325" b="1">
                <a:solidFill>
                  <a:srgbClr val="245BF3"/>
                </a:solidFill>
                <a:latin typeface="Arial"/>
                <a:ea typeface="Arial"/>
                <a:cs typeface="Arial"/>
              </a:defRPr>
            </a:lvl8pPr>
            <a:lvl9pPr>
              <a:buNone/>
              <a:defRPr sz="2325" b="1">
                <a:solidFill>
                  <a:srgbClr val="245BF3"/>
                </a:solidFill>
                <a:latin typeface="Arial"/>
                <a:ea typeface="Arial"/>
                <a:cs typeface="Arial"/>
              </a:defRPr>
            </a:lvl9pPr>
          </a:lstStyle>
          <a:p xmlns:a="http://schemas.openxmlformats.org/drawingml/2006/main">
            <a:pPr>
              <a:buNone/>
              <a:defRPr sz="2325" b="1">
                <a:solidFill>
                  <a:srgbClr val="245BF3"/>
                </a:solidFill>
                <a:latin typeface="Arial"/>
                <a:ea typeface="Arial"/>
                <a:cs typeface="Arial"/>
              </a:defRPr>
            </a:pPr>
            <a:r>
              <a:rPr sz="2325" b="1">
                <a:solidFill>
                  <a:srgbClr val="245BF3"/>
                </a:solidFill>
                <a:latin typeface="Arial"/>
                <a:ea typeface="Arial"/>
                <a:cs typeface="Arial"/>
              </a:rPr>
              <a:t>Proposed pilot</a:t>
            </a:r>
          </a:p>
        </p:txBody>
      </p:sp>
      <p:sp>
        <p:nvSpPr>
          <p:cNvPr id="8" name="Reliable trend interpretation and matching quality">
            <a:extLst xmlns:a="http://schemas.openxmlformats.org/drawingml/2006/main">
              <a:ext uri="{FF2B5EF4-FFF2-40B4-BE49-F238E27FC236}">
                <a16:creationId xmlns:a16="http://schemas.microsoft.com/office/drawing/2014/main" id="{2A305B91-3AE6-48A3-BF3B-C930CA0E13FE}"/>
              </a:ext>
            </a:extLst>
          </p:cNvPr>
          <p:cNvSpPr>
            <a:spLocks xmlns:a="http://schemas.openxmlformats.org/drawingml/2006/main" noGrp="1"/>
          </p:cNvSpPr>
          <p:nvPr/>
        </p:nvSpPr>
        <p:spPr>
          <a:xfrm xmlns:a="http://schemas.openxmlformats.org/drawingml/2006/main">
            <a:off x="6581775" y="2800350"/>
            <a:ext cx="5000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0B2341"/>
                </a:solidFill>
                <a:latin typeface="Arial"/>
                <a:ea typeface="Arial"/>
                <a:cs typeface="Arial"/>
              </a:defRPr>
            </a:defPPr>
            <a:lvl1pPr>
              <a:buNone/>
              <a:defRPr sz="2025" b="0">
                <a:solidFill>
                  <a:srgbClr val="0B2341"/>
                </a:solidFill>
                <a:latin typeface="Arial"/>
                <a:ea typeface="Arial"/>
                <a:cs typeface="Arial"/>
              </a:defRPr>
            </a:lvl1pPr>
            <a:lvl2pPr>
              <a:buNone/>
              <a:defRPr sz="2025" b="0">
                <a:solidFill>
                  <a:srgbClr val="0B2341"/>
                </a:solidFill>
                <a:latin typeface="Arial"/>
                <a:ea typeface="Arial"/>
                <a:cs typeface="Arial"/>
              </a:defRPr>
            </a:lvl2pPr>
            <a:lvl3pPr>
              <a:buNone/>
              <a:defRPr sz="2025" b="0">
                <a:solidFill>
                  <a:srgbClr val="0B2341"/>
                </a:solidFill>
                <a:latin typeface="Arial"/>
                <a:ea typeface="Arial"/>
                <a:cs typeface="Arial"/>
              </a:defRPr>
            </a:lvl3pPr>
            <a:lvl4pPr>
              <a:buNone/>
              <a:defRPr sz="2025" b="0">
                <a:solidFill>
                  <a:srgbClr val="0B2341"/>
                </a:solidFill>
                <a:latin typeface="Arial"/>
                <a:ea typeface="Arial"/>
                <a:cs typeface="Arial"/>
              </a:defRPr>
            </a:lvl4pPr>
            <a:lvl5pPr>
              <a:buNone/>
              <a:defRPr sz="2025" b="0">
                <a:solidFill>
                  <a:srgbClr val="0B2341"/>
                </a:solidFill>
                <a:latin typeface="Arial"/>
                <a:ea typeface="Arial"/>
                <a:cs typeface="Arial"/>
              </a:defRPr>
            </a:lvl5pPr>
            <a:lvl6pPr>
              <a:buNone/>
              <a:defRPr sz="2025" b="0">
                <a:solidFill>
                  <a:srgbClr val="0B2341"/>
                </a:solidFill>
                <a:latin typeface="Arial"/>
                <a:ea typeface="Arial"/>
                <a:cs typeface="Arial"/>
              </a:defRPr>
            </a:lvl6pPr>
            <a:lvl7pPr>
              <a:buNone/>
              <a:defRPr sz="2025" b="0">
                <a:solidFill>
                  <a:srgbClr val="0B2341"/>
                </a:solidFill>
                <a:latin typeface="Arial"/>
                <a:ea typeface="Arial"/>
                <a:cs typeface="Arial"/>
              </a:defRPr>
            </a:lvl7pPr>
            <a:lvl8pPr>
              <a:buNone/>
              <a:defRPr sz="2025" b="0">
                <a:solidFill>
                  <a:srgbClr val="0B2341"/>
                </a:solidFill>
                <a:latin typeface="Arial"/>
                <a:ea typeface="Arial"/>
                <a:cs typeface="Arial"/>
              </a:defRPr>
            </a:lvl8pPr>
            <a:lvl9pPr>
              <a:buNone/>
              <a:defRPr sz="2025" b="0">
                <a:solidFill>
                  <a:srgbClr val="0B2341"/>
                </a:solidFill>
                <a:latin typeface="Arial"/>
                <a:ea typeface="Arial"/>
                <a:cs typeface="Arial"/>
              </a:defRPr>
            </a:lvl9pPr>
          </a:lstStyle>
          <a:p xmlns:a="http://schemas.openxmlformats.org/drawingml/2006/main">
            <a:pPr>
              <a:buNone/>
              <a:defRPr sz="2025" b="0">
                <a:solidFill>
                  <a:srgbClr val="0B2341"/>
                </a:solidFill>
                <a:latin typeface="Arial"/>
                <a:ea typeface="Arial"/>
                <a:cs typeface="Arial"/>
              </a:defRPr>
            </a:pPr>
            <a:r>
              <a:rPr sz="2025" b="0">
                <a:solidFill>
                  <a:srgbClr val="0B2341"/>
                </a:solidFill>
                <a:latin typeface="Arial"/>
                <a:ea typeface="Arial"/>
                <a:cs typeface="Arial"/>
              </a:rPr>
              <a:t>10 users, measured before and after</a:t>
            </a:r>
          </a:p>
          <a:p xmlns:a="http://schemas.openxmlformats.org/drawingml/2006/main">
            <a:pPr>
              <a:buNone/>
              <a:defRPr sz="2025" b="0">
                <a:solidFill>
                  <a:srgbClr val="0B2341"/>
                </a:solidFill>
                <a:latin typeface="Arial"/>
                <a:ea typeface="Arial"/>
                <a:cs typeface="Arial"/>
              </a:defRPr>
            </a:pPr>
            <a:r>
              <a:rPr sz="2025" b="0">
                <a:solidFill>
                  <a:srgbClr val="0B2341"/>
                </a:solidFill>
                <a:latin typeface="Arial"/>
                <a:ea typeface="Arial"/>
                <a:cs typeface="Arial"/>
              </a:rPr>
              <a:t>Role, gap and next action</a:t>
            </a:r>
          </a:p>
        </p:txBody>
      </p:sp>
      <p:sp>
        <p:nvSpPr>
          <p:cNvPr id="9" name="Fallback">
            <a:extLst xmlns:a="http://schemas.openxmlformats.org/drawingml/2006/main">
              <a:ext uri="{FF2B5EF4-FFF2-40B4-BE49-F238E27FC236}">
                <a16:creationId xmlns:a16="http://schemas.microsoft.com/office/drawing/2014/main" id="{250ADD6D-FE47-4879-A2B0-E87AE97DD6F2}"/>
              </a:ext>
            </a:extLst>
          </p:cNvPr>
          <p:cNvSpPr>
            <a:spLocks xmlns:a="http://schemas.openxmlformats.org/drawingml/2006/main" noGrp="1"/>
          </p:cNvSpPr>
          <p:nvPr/>
        </p:nvSpPr>
        <p:spPr>
          <a:xfrm xmlns:a="http://schemas.openxmlformats.org/drawingml/2006/main">
            <a:off x="6581775" y="417195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BF3"/>
                </a:solidFill>
                <a:latin typeface="Arial"/>
                <a:ea typeface="Arial"/>
                <a:cs typeface="Arial"/>
              </a:defRPr>
            </a:defPPr>
            <a:lvl1pPr>
              <a:buNone/>
              <a:defRPr sz="2325" b="1">
                <a:solidFill>
                  <a:srgbClr val="245BF3"/>
                </a:solidFill>
                <a:latin typeface="Arial"/>
                <a:ea typeface="Arial"/>
                <a:cs typeface="Arial"/>
              </a:defRPr>
            </a:lvl1pPr>
            <a:lvl2pPr>
              <a:buNone/>
              <a:defRPr sz="2325" b="1">
                <a:solidFill>
                  <a:srgbClr val="245BF3"/>
                </a:solidFill>
                <a:latin typeface="Arial"/>
                <a:ea typeface="Arial"/>
                <a:cs typeface="Arial"/>
              </a:defRPr>
            </a:lvl2pPr>
            <a:lvl3pPr>
              <a:buNone/>
              <a:defRPr sz="2325" b="1">
                <a:solidFill>
                  <a:srgbClr val="245BF3"/>
                </a:solidFill>
                <a:latin typeface="Arial"/>
                <a:ea typeface="Arial"/>
                <a:cs typeface="Arial"/>
              </a:defRPr>
            </a:lvl3pPr>
            <a:lvl4pPr>
              <a:buNone/>
              <a:defRPr sz="2325" b="1">
                <a:solidFill>
                  <a:srgbClr val="245BF3"/>
                </a:solidFill>
                <a:latin typeface="Arial"/>
                <a:ea typeface="Arial"/>
                <a:cs typeface="Arial"/>
              </a:defRPr>
            </a:lvl4pPr>
            <a:lvl5pPr>
              <a:buNone/>
              <a:defRPr sz="2325" b="1">
                <a:solidFill>
                  <a:srgbClr val="245BF3"/>
                </a:solidFill>
                <a:latin typeface="Arial"/>
                <a:ea typeface="Arial"/>
                <a:cs typeface="Arial"/>
              </a:defRPr>
            </a:lvl5pPr>
            <a:lvl6pPr>
              <a:buNone/>
              <a:defRPr sz="2325" b="1">
                <a:solidFill>
                  <a:srgbClr val="245BF3"/>
                </a:solidFill>
                <a:latin typeface="Arial"/>
                <a:ea typeface="Arial"/>
                <a:cs typeface="Arial"/>
              </a:defRPr>
            </a:lvl6pPr>
            <a:lvl7pPr>
              <a:buNone/>
              <a:defRPr sz="2325" b="1">
                <a:solidFill>
                  <a:srgbClr val="245BF3"/>
                </a:solidFill>
                <a:latin typeface="Arial"/>
                <a:ea typeface="Arial"/>
                <a:cs typeface="Arial"/>
              </a:defRPr>
            </a:lvl7pPr>
            <a:lvl8pPr>
              <a:buNone/>
              <a:defRPr sz="2325" b="1">
                <a:solidFill>
                  <a:srgbClr val="245BF3"/>
                </a:solidFill>
                <a:latin typeface="Arial"/>
                <a:ea typeface="Arial"/>
                <a:cs typeface="Arial"/>
              </a:defRPr>
            </a:lvl8pPr>
            <a:lvl9pPr>
              <a:buNone/>
              <a:defRPr sz="2325" b="1">
                <a:solidFill>
                  <a:srgbClr val="245BF3"/>
                </a:solidFill>
                <a:latin typeface="Arial"/>
                <a:ea typeface="Arial"/>
                <a:cs typeface="Arial"/>
              </a:defRPr>
            </a:lvl9pPr>
          </a:lstStyle>
          <a:p xmlns:a="http://schemas.openxmlformats.org/drawingml/2006/main">
            <a:pPr>
              <a:buNone/>
              <a:defRPr sz="2025" b="1">
                <a:solidFill>
                  <a:srgbClr val="245BF3"/>
                </a:solidFill>
                <a:latin typeface="Arial"/>
                <a:ea typeface="Arial"/>
                <a:cs typeface="Arial"/>
              </a:defRPr>
            </a:pPr>
            <a:r>
              <a:rPr sz="2025" b="1">
                <a:solidFill>
                  <a:srgbClr val="245BF3"/>
                </a:solidFill>
                <a:latin typeface="Arial"/>
                <a:ea typeface="Arial"/>
                <a:cs typeface="Arial"/>
              </a:rPr>
              <a:t>Target: +20 percentage points</a:t>
            </a:r>
          </a:p>
        </p:txBody>
      </p:sp>
      <p:sp>
        <p:nvSpPr>
          <p:cNvPr id="10" name="Reviewed mappings, dated snapshots and user confirmation">
            <a:extLst xmlns:a="http://schemas.openxmlformats.org/drawingml/2006/main">
              <a:ext uri="{FF2B5EF4-FFF2-40B4-BE49-F238E27FC236}">
                <a16:creationId xmlns:a16="http://schemas.microsoft.com/office/drawing/2014/main" id="{38039D0A-344C-445E-9666-43B6D257B801}"/>
              </a:ext>
            </a:extLst>
          </p:cNvPr>
          <p:cNvSpPr>
            <a:spLocks xmlns:a="http://schemas.openxmlformats.org/drawingml/2006/main" noGrp="1"/>
          </p:cNvSpPr>
          <p:nvPr/>
        </p:nvSpPr>
        <p:spPr>
          <a:xfrm xmlns:a="http://schemas.openxmlformats.org/drawingml/2006/main">
            <a:off x="6581775" y="4705350"/>
            <a:ext cx="5000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0B2341"/>
                </a:solidFill>
                <a:latin typeface="Arial"/>
                <a:ea typeface="Arial"/>
                <a:cs typeface="Arial"/>
              </a:defRPr>
            </a:defPPr>
            <a:lvl1pPr>
              <a:buNone/>
              <a:defRPr sz="2025" b="0">
                <a:solidFill>
                  <a:srgbClr val="0B2341"/>
                </a:solidFill>
                <a:latin typeface="Arial"/>
                <a:ea typeface="Arial"/>
                <a:cs typeface="Arial"/>
              </a:defRPr>
            </a:lvl1pPr>
            <a:lvl2pPr>
              <a:buNone/>
              <a:defRPr sz="2025" b="0">
                <a:solidFill>
                  <a:srgbClr val="0B2341"/>
                </a:solidFill>
                <a:latin typeface="Arial"/>
                <a:ea typeface="Arial"/>
                <a:cs typeface="Arial"/>
              </a:defRPr>
            </a:lvl2pPr>
            <a:lvl3pPr>
              <a:buNone/>
              <a:defRPr sz="2025" b="0">
                <a:solidFill>
                  <a:srgbClr val="0B2341"/>
                </a:solidFill>
                <a:latin typeface="Arial"/>
                <a:ea typeface="Arial"/>
                <a:cs typeface="Arial"/>
              </a:defRPr>
            </a:lvl3pPr>
            <a:lvl4pPr>
              <a:buNone/>
              <a:defRPr sz="2025" b="0">
                <a:solidFill>
                  <a:srgbClr val="0B2341"/>
                </a:solidFill>
                <a:latin typeface="Arial"/>
                <a:ea typeface="Arial"/>
                <a:cs typeface="Arial"/>
              </a:defRPr>
            </a:lvl4pPr>
            <a:lvl5pPr>
              <a:buNone/>
              <a:defRPr sz="2025" b="0">
                <a:solidFill>
                  <a:srgbClr val="0B2341"/>
                </a:solidFill>
                <a:latin typeface="Arial"/>
                <a:ea typeface="Arial"/>
                <a:cs typeface="Arial"/>
              </a:defRPr>
            </a:lvl5pPr>
            <a:lvl6pPr>
              <a:buNone/>
              <a:defRPr sz="2025" b="0">
                <a:solidFill>
                  <a:srgbClr val="0B2341"/>
                </a:solidFill>
                <a:latin typeface="Arial"/>
                <a:ea typeface="Arial"/>
                <a:cs typeface="Arial"/>
              </a:defRPr>
            </a:lvl6pPr>
            <a:lvl7pPr>
              <a:buNone/>
              <a:defRPr sz="2025" b="0">
                <a:solidFill>
                  <a:srgbClr val="0B2341"/>
                </a:solidFill>
                <a:latin typeface="Arial"/>
                <a:ea typeface="Arial"/>
                <a:cs typeface="Arial"/>
              </a:defRPr>
            </a:lvl7pPr>
            <a:lvl8pPr>
              <a:buNone/>
              <a:defRPr sz="2025" b="0">
                <a:solidFill>
                  <a:srgbClr val="0B2341"/>
                </a:solidFill>
                <a:latin typeface="Arial"/>
                <a:ea typeface="Arial"/>
                <a:cs typeface="Arial"/>
              </a:defRPr>
            </a:lvl8pPr>
            <a:lvl9pPr>
              <a:buNone/>
              <a:defRPr sz="2025" b="0">
                <a:solidFill>
                  <a:srgbClr val="0B2341"/>
                </a:solidFill>
                <a:latin typeface="Arial"/>
                <a:ea typeface="Arial"/>
                <a:cs typeface="Arial"/>
              </a:defRPr>
            </a:lvl9pPr>
          </a:lstStyle>
          <a:p xmlns:a="http://schemas.openxmlformats.org/drawingml/2006/main">
            <a:pPr>
              <a:buNone/>
              <a:defRPr sz="1950" b="0">
                <a:solidFill>
                  <a:srgbClr val="0B2341"/>
                </a:solidFill>
                <a:latin typeface="Arial"/>
                <a:ea typeface="Arial"/>
                <a:cs typeface="Arial"/>
              </a:defRPr>
            </a:pPr>
            <a:r>
              <a:rPr sz="1950" b="0">
                <a:solidFill>
                  <a:srgbClr val="0B2341"/>
                </a:solidFill>
                <a:latin typeface="Arial"/>
                <a:ea typeface="Arial"/>
                <a:cs typeface="Arial"/>
              </a:rPr>
              <a:t>Baseline collection planned</a:t>
            </a:r>
          </a:p>
          <a:p xmlns:a="http://schemas.openxmlformats.org/drawingml/2006/main">
            <a:pPr>
              <a:buNone/>
              <a:defRPr sz="1950" b="0">
                <a:solidFill>
                  <a:srgbClr val="0B2341"/>
                </a:solidFill>
                <a:latin typeface="Arial"/>
                <a:ea typeface="Arial"/>
                <a:cs typeface="Arial"/>
              </a:defRPr>
            </a:pPr>
            <a:r>
              <a:rPr sz="1950" b="0">
                <a:solidFill>
                  <a:srgbClr val="0B2341"/>
                </a:solidFill>
                <a:latin typeface="Arial"/>
                <a:ea typeface="Arial"/>
                <a:cs typeface="Arial"/>
              </a:rPr>
              <a:t>Also review task completion</a:t>
            </a:r>
          </a:p>
          <a:p xmlns:a="http://schemas.openxmlformats.org/drawingml/2006/main">
            <a:pPr>
              <a:buNone/>
              <a:defRPr sz="1950" b="0">
                <a:solidFill>
                  <a:srgbClr val="0B2341"/>
                </a:solidFill>
                <a:latin typeface="Arial"/>
                <a:ea typeface="Arial"/>
                <a:cs typeface="Arial"/>
              </a:defRPr>
            </a:pPr>
            <a:r>
              <a:rPr sz="1950" b="0">
                <a:solidFill>
                  <a:srgbClr val="0B2341"/>
                </a:solidFill>
                <a:latin typeface="Arial"/>
                <a:ea typeface="Arial"/>
                <a:cs typeface="Arial"/>
              </a:rPr>
              <a:t>and work quality</a:t>
            </a:r>
          </a:p>
        </p:txBody>
      </p:sp>
      <p:sp>
        <p:nvSpPr>
          <p:cNvPr id="11" name="Next: local validation and an SDG goal, target and rationale for ">
            <a:extLst xmlns:a="http://schemas.openxmlformats.org/drawingml/2006/main">
              <a:ext uri="{FF2B5EF4-FFF2-40B4-BE49-F238E27FC236}">
                <a16:creationId xmlns:a16="http://schemas.microsoft.com/office/drawing/2014/main" id="{7C2E372F-76F5-4726-BEBB-0983A1896DC1}"/>
              </a:ext>
            </a:extLst>
          </p:cNvPr>
          <p:cNvSpPr>
            <a:spLocks xmlns:a="http://schemas.openxmlformats.org/drawingml/2006/main" noGrp="1"/>
          </p:cNvSpPr>
          <p:nvPr/>
        </p:nvSpPr>
        <p:spPr>
          <a:xfrm xmlns:a="http://schemas.openxmlformats.org/drawingml/2006/main">
            <a:off x="609600" y="60007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60758B"/>
                </a:solidFill>
                <a:latin typeface="Arial"/>
                <a:ea typeface="Arial"/>
                <a:cs typeface="Arial"/>
              </a:defRPr>
            </a:defPPr>
            <a:lvl1pPr>
              <a:buNone/>
              <a:defRPr sz="1725" b="0">
                <a:solidFill>
                  <a:srgbClr val="60758B"/>
                </a:solidFill>
                <a:latin typeface="Arial"/>
                <a:ea typeface="Arial"/>
                <a:cs typeface="Arial"/>
              </a:defRPr>
            </a:lvl1pPr>
            <a:lvl2pPr>
              <a:buNone/>
              <a:defRPr sz="1725" b="0">
                <a:solidFill>
                  <a:srgbClr val="60758B"/>
                </a:solidFill>
                <a:latin typeface="Arial"/>
                <a:ea typeface="Arial"/>
                <a:cs typeface="Arial"/>
              </a:defRPr>
            </a:lvl2pPr>
            <a:lvl3pPr>
              <a:buNone/>
              <a:defRPr sz="1725" b="0">
                <a:solidFill>
                  <a:srgbClr val="60758B"/>
                </a:solidFill>
                <a:latin typeface="Arial"/>
                <a:ea typeface="Arial"/>
                <a:cs typeface="Arial"/>
              </a:defRPr>
            </a:lvl3pPr>
            <a:lvl4pPr>
              <a:buNone/>
              <a:defRPr sz="1725" b="0">
                <a:solidFill>
                  <a:srgbClr val="60758B"/>
                </a:solidFill>
                <a:latin typeface="Arial"/>
                <a:ea typeface="Arial"/>
                <a:cs typeface="Arial"/>
              </a:defRPr>
            </a:lvl4pPr>
            <a:lvl5pPr>
              <a:buNone/>
              <a:defRPr sz="1725" b="0">
                <a:solidFill>
                  <a:srgbClr val="60758B"/>
                </a:solidFill>
                <a:latin typeface="Arial"/>
                <a:ea typeface="Arial"/>
                <a:cs typeface="Arial"/>
              </a:defRPr>
            </a:lvl5pPr>
            <a:lvl6pPr>
              <a:buNone/>
              <a:defRPr sz="1725" b="0">
                <a:solidFill>
                  <a:srgbClr val="60758B"/>
                </a:solidFill>
                <a:latin typeface="Arial"/>
                <a:ea typeface="Arial"/>
                <a:cs typeface="Arial"/>
              </a:defRPr>
            </a:lvl6pPr>
            <a:lvl7pPr>
              <a:buNone/>
              <a:defRPr sz="1725" b="0">
                <a:solidFill>
                  <a:srgbClr val="60758B"/>
                </a:solidFill>
                <a:latin typeface="Arial"/>
                <a:ea typeface="Arial"/>
                <a:cs typeface="Arial"/>
              </a:defRPr>
            </a:lvl7pPr>
            <a:lvl8pPr>
              <a:buNone/>
              <a:defRPr sz="1725" b="0">
                <a:solidFill>
                  <a:srgbClr val="60758B"/>
                </a:solidFill>
                <a:latin typeface="Arial"/>
                <a:ea typeface="Arial"/>
                <a:cs typeface="Arial"/>
              </a:defRPr>
            </a:lvl8pPr>
            <a:lvl9pPr>
              <a:buNone/>
              <a:defRPr sz="1725" b="0">
                <a:solidFill>
                  <a:srgbClr val="60758B"/>
                </a:solidFill>
                <a:latin typeface="Arial"/>
                <a:ea typeface="Arial"/>
                <a:cs typeface="Arial"/>
              </a:defRPr>
            </a:lvl9pPr>
          </a:lstStyle>
          <a:p xmlns:a="http://schemas.openxmlformats.org/drawingml/2006/main">
            <a:pPr>
              <a:buNone/>
              <a:defRPr sz="1650" b="0">
                <a:solidFill>
                  <a:srgbClr val="60758B"/>
                </a:solidFill>
                <a:latin typeface="Arial"/>
                <a:ea typeface="Arial"/>
                <a:cs typeface="Arial"/>
              </a:defRPr>
            </a:pPr>
            <a:r>
              <a:rPr sz="1650" b="0">
                <a:solidFill>
                  <a:srgbClr val="60758B"/>
                </a:solidFill>
                <a:latin typeface="Arial"/>
                <a:ea typeface="Arial"/>
                <a:cs typeface="Arial"/>
              </a:rPr>
              <a:t>Preliminary: core journey works. Final: complete all six required features.</a:t>
            </a:r>
          </a:p>
        </p:txBody>
      </p:sp>
    </p:spTree>
    <p:extLst>
      <p:ext uri="{BB962C8B-B14F-4D97-AF65-F5344CB8AC3E}">
        <p14:creationId xmlns:p14="http://schemas.microsoft.com/office/powerpoint/2010/main" val="82980430"/>
      </p:ext>
    </p:extLst>
  </p:cSld>
</p:sld>
</file>

<file path=ppt/slides/slide8.xml><?xml version="1.0" encoding="utf-8"?>
<p:sld xmlns:p="http://schemas.openxmlformats.org/presentationml/2006/main">
  <p:cSld>
    <p:bg>
      <p:bgPr>
        <a:solidFill xmlns:a="http://schemas.openxmlformats.org/drawingml/2006/main">
          <a:srgbClr val="F3F7FC"/>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013F5BB4-B033-4225-95A4-7B2E7300EF6B}"/>
              </a:ext>
            </a:extLst>
          </p:cNvPr>
          <p:cNvPicPr>
            <a:picLocks xmlns:a="http://schemas.openxmlformats.org/drawingml/2006/main" noChangeAspect="1"/>
          </p:cNvPicPr>
          <p:nvPr/>
        </p:nvPicPr>
        <p:blipFill>
          <a:blip xmlns:r="http://schemas.openxmlformats.org/officeDocument/2006/relationships" xmlns:a="http://schemas.openxmlformats.org/drawingml/2006/main" r:embed="R8f4de845ce4c4373"/>
          <a:stretch xmlns:a="http://schemas.openxmlformats.org/drawingml/2006/main"/>
        </p:blipFill>
        <p:spPr>
          <a:xfrm xmlns:a="http://schemas.openxmlformats.org/drawingml/2006/main">
            <a:off x="621889" y="342900"/>
            <a:ext cx="1689923" cy="428625"/>
          </a:xfrm>
          <a:prstGeom xmlns:a="http://schemas.openxmlformats.org/drawingml/2006/main" prst="rect">
            <a:avLst/>
          </a:prstGeom>
        </p:spPr>
      </p:pic>
      <p:sp>
        <p:nvSpPr>
          <p:cNvPr id="2" name="08 / 08">
            <a:extLst xmlns:a="http://schemas.openxmlformats.org/drawingml/2006/main">
              <a:ext uri="{FF2B5EF4-FFF2-40B4-BE49-F238E27FC236}">
                <a16:creationId xmlns:a16="http://schemas.microsoft.com/office/drawing/2014/main" id="{9B0BD178-3874-4B22-B427-2024B2D40B82}"/>
              </a:ext>
            </a:extLst>
          </p:cNvPr>
          <p:cNvSpPr>
            <a:spLocks xmlns:a="http://schemas.openxmlformats.org/drawingml/2006/main" noGrp="1"/>
          </p:cNvSpPr>
          <p:nvPr/>
        </p:nvSpPr>
        <p:spPr>
          <a:xfrm xmlns:a="http://schemas.openxmlformats.org/drawingml/2006/main">
            <a:off x="10610850" y="457200"/>
            <a:ext cx="971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0758B"/>
                </a:solidFill>
                <a:latin typeface="Arial"/>
                <a:ea typeface="Arial"/>
                <a:cs typeface="Arial"/>
              </a:defRPr>
            </a:defPPr>
            <a:lvl1pPr>
              <a:buNone/>
              <a:defRPr sz="1350" b="0">
                <a:solidFill>
                  <a:srgbClr val="60758B"/>
                </a:solidFill>
                <a:latin typeface="Arial"/>
                <a:ea typeface="Arial"/>
                <a:cs typeface="Arial"/>
              </a:defRPr>
            </a:lvl1pPr>
            <a:lvl2pPr>
              <a:buNone/>
              <a:defRPr sz="1350" b="0">
                <a:solidFill>
                  <a:srgbClr val="60758B"/>
                </a:solidFill>
                <a:latin typeface="Arial"/>
                <a:ea typeface="Arial"/>
                <a:cs typeface="Arial"/>
              </a:defRPr>
            </a:lvl2pPr>
            <a:lvl3pPr>
              <a:buNone/>
              <a:defRPr sz="1350" b="0">
                <a:solidFill>
                  <a:srgbClr val="60758B"/>
                </a:solidFill>
                <a:latin typeface="Arial"/>
                <a:ea typeface="Arial"/>
                <a:cs typeface="Arial"/>
              </a:defRPr>
            </a:lvl3pPr>
            <a:lvl4pPr>
              <a:buNone/>
              <a:defRPr sz="1350" b="0">
                <a:solidFill>
                  <a:srgbClr val="60758B"/>
                </a:solidFill>
                <a:latin typeface="Arial"/>
                <a:ea typeface="Arial"/>
                <a:cs typeface="Arial"/>
              </a:defRPr>
            </a:lvl4pPr>
            <a:lvl5pPr>
              <a:buNone/>
              <a:defRPr sz="1350" b="0">
                <a:solidFill>
                  <a:srgbClr val="60758B"/>
                </a:solidFill>
                <a:latin typeface="Arial"/>
                <a:ea typeface="Arial"/>
                <a:cs typeface="Arial"/>
              </a:defRPr>
            </a:lvl5pPr>
            <a:lvl6pPr>
              <a:buNone/>
              <a:defRPr sz="1350" b="0">
                <a:solidFill>
                  <a:srgbClr val="60758B"/>
                </a:solidFill>
                <a:latin typeface="Arial"/>
                <a:ea typeface="Arial"/>
                <a:cs typeface="Arial"/>
              </a:defRPr>
            </a:lvl6pPr>
            <a:lvl7pPr>
              <a:buNone/>
              <a:defRPr sz="1350" b="0">
                <a:solidFill>
                  <a:srgbClr val="60758B"/>
                </a:solidFill>
                <a:latin typeface="Arial"/>
                <a:ea typeface="Arial"/>
                <a:cs typeface="Arial"/>
              </a:defRPr>
            </a:lvl7pPr>
            <a:lvl8pPr>
              <a:buNone/>
              <a:defRPr sz="1350" b="0">
                <a:solidFill>
                  <a:srgbClr val="60758B"/>
                </a:solidFill>
                <a:latin typeface="Arial"/>
                <a:ea typeface="Arial"/>
                <a:cs typeface="Arial"/>
              </a:defRPr>
            </a:lvl8pPr>
            <a:lvl9pPr>
              <a:buNone/>
              <a:defRPr sz="1350" b="0">
                <a:solidFill>
                  <a:srgbClr val="60758B"/>
                </a:solidFill>
                <a:latin typeface="Arial"/>
                <a:ea typeface="Arial"/>
                <a:cs typeface="Arial"/>
              </a:defRPr>
            </a:lvl9pPr>
          </a:lstStyle>
          <a:p xmlns:a="http://schemas.openxmlformats.org/drawingml/2006/main">
            <a:pPr>
              <a:buNone/>
              <a:defRPr sz="1350" b="0">
                <a:solidFill>
                  <a:srgbClr val="60758B"/>
                </a:solidFill>
                <a:latin typeface="Arial"/>
                <a:ea typeface="Arial"/>
                <a:cs typeface="Arial"/>
              </a:defRPr>
            </a:pPr>
            <a:r>
              <a:rPr sz="1350" b="0">
                <a:solidFill>
                  <a:srgbClr val="60758B"/>
                </a:solidFill>
                <a:latin typeface="Arial"/>
                <a:ea typeface="Arial"/>
                <a:cs typeface="Arial"/>
              </a:rPr>
              <a:t>08 / 08</a:t>
            </a:r>
          </a:p>
        </p:txBody>
      </p:sp>
      <p:sp>
        <p:nvSpPr>
          <p:cNvPr id="3" name="SDG contribution in Alex's journey">
            <a:extLst xmlns:a="http://schemas.openxmlformats.org/drawingml/2006/main">
              <a:ext uri="{FF2B5EF4-FFF2-40B4-BE49-F238E27FC236}">
                <a16:creationId xmlns:a16="http://schemas.microsoft.com/office/drawing/2014/main" id="{F260CFD0-D7D2-4B20-8348-00EDD66ED66A}"/>
              </a:ext>
            </a:extLst>
          </p:cNvPr>
          <p:cNvSpPr>
            <a:spLocks xmlns:a="http://schemas.openxmlformats.org/drawingml/2006/main" noGrp="1"/>
          </p:cNvSpPr>
          <p:nvPr/>
        </p:nvSpPr>
        <p:spPr>
          <a:xfrm xmlns:a="http://schemas.openxmlformats.org/drawingml/2006/main">
            <a:off x="609600" y="10763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B2341"/>
                </a:solidFill>
                <a:latin typeface="Arial"/>
                <a:ea typeface="Arial"/>
                <a:cs typeface="Arial"/>
              </a:defRPr>
            </a:defPPr>
            <a:lvl1pPr>
              <a:buNone/>
              <a:defRPr sz="3300" b="1">
                <a:solidFill>
                  <a:srgbClr val="0B2341"/>
                </a:solidFill>
                <a:latin typeface="Arial"/>
                <a:ea typeface="Arial"/>
                <a:cs typeface="Arial"/>
              </a:defRPr>
            </a:lvl1pPr>
            <a:lvl2pPr>
              <a:buNone/>
              <a:defRPr sz="3300" b="1">
                <a:solidFill>
                  <a:srgbClr val="0B2341"/>
                </a:solidFill>
                <a:latin typeface="Arial"/>
                <a:ea typeface="Arial"/>
                <a:cs typeface="Arial"/>
              </a:defRPr>
            </a:lvl2pPr>
            <a:lvl3pPr>
              <a:buNone/>
              <a:defRPr sz="3300" b="1">
                <a:solidFill>
                  <a:srgbClr val="0B2341"/>
                </a:solidFill>
                <a:latin typeface="Arial"/>
                <a:ea typeface="Arial"/>
                <a:cs typeface="Arial"/>
              </a:defRPr>
            </a:lvl3pPr>
            <a:lvl4pPr>
              <a:buNone/>
              <a:defRPr sz="3300" b="1">
                <a:solidFill>
                  <a:srgbClr val="0B2341"/>
                </a:solidFill>
                <a:latin typeface="Arial"/>
                <a:ea typeface="Arial"/>
                <a:cs typeface="Arial"/>
              </a:defRPr>
            </a:lvl4pPr>
            <a:lvl5pPr>
              <a:buNone/>
              <a:defRPr sz="3300" b="1">
                <a:solidFill>
                  <a:srgbClr val="0B2341"/>
                </a:solidFill>
                <a:latin typeface="Arial"/>
                <a:ea typeface="Arial"/>
                <a:cs typeface="Arial"/>
              </a:defRPr>
            </a:lvl5pPr>
            <a:lvl6pPr>
              <a:buNone/>
              <a:defRPr sz="3300" b="1">
                <a:solidFill>
                  <a:srgbClr val="0B2341"/>
                </a:solidFill>
                <a:latin typeface="Arial"/>
                <a:ea typeface="Arial"/>
                <a:cs typeface="Arial"/>
              </a:defRPr>
            </a:lvl6pPr>
            <a:lvl7pPr>
              <a:buNone/>
              <a:defRPr sz="3300" b="1">
                <a:solidFill>
                  <a:srgbClr val="0B2341"/>
                </a:solidFill>
                <a:latin typeface="Arial"/>
                <a:ea typeface="Arial"/>
                <a:cs typeface="Arial"/>
              </a:defRPr>
            </a:lvl7pPr>
            <a:lvl8pPr>
              <a:buNone/>
              <a:defRPr sz="3300" b="1">
                <a:solidFill>
                  <a:srgbClr val="0B2341"/>
                </a:solidFill>
                <a:latin typeface="Arial"/>
                <a:ea typeface="Arial"/>
                <a:cs typeface="Arial"/>
              </a:defRPr>
            </a:lvl8pPr>
            <a:lvl9pPr>
              <a:buNone/>
              <a:defRPr sz="3300" b="1">
                <a:solidFill>
                  <a:srgbClr val="0B2341"/>
                </a:solidFill>
                <a:latin typeface="Arial"/>
                <a:ea typeface="Arial"/>
                <a:cs typeface="Arial"/>
              </a:defRPr>
            </a:lvl9pPr>
          </a:lstStyle>
          <a:p xmlns:a="http://schemas.openxmlformats.org/drawingml/2006/main">
            <a:pPr>
              <a:buNone/>
              <a:defRPr sz="3300" b="1">
                <a:solidFill>
                  <a:srgbClr val="0B2341"/>
                </a:solidFill>
                <a:latin typeface="Arial"/>
                <a:ea typeface="Arial"/>
                <a:cs typeface="Arial"/>
              </a:defRPr>
            </a:pPr>
            <a:r>
              <a:rPr sz="3300" b="1">
                <a:solidFill>
                  <a:srgbClr val="0B2341"/>
                </a:solidFill>
                <a:latin typeface="Arial"/>
                <a:ea typeface="Arial"/>
                <a:cs typeface="Arial"/>
              </a:rPr>
              <a:t>SDG contribution in Alex's journey</a:t>
            </a:r>
          </a:p>
        </p:txBody>
      </p:sp>
      <p:sp>
        <p:nvSpPr>
          <p:cNvPr id="4" name="Video 5:30 - 6:00">
            <a:extLst xmlns:a="http://schemas.openxmlformats.org/drawingml/2006/main">
              <a:ext uri="{FF2B5EF4-FFF2-40B4-BE49-F238E27FC236}">
                <a16:creationId xmlns:a16="http://schemas.microsoft.com/office/drawing/2014/main" id="{A8526432-8063-4AB7-8D88-D7BFC5C7AED0}"/>
              </a:ext>
            </a:extLst>
          </p:cNvPr>
          <p:cNvSpPr>
            <a:spLocks xmlns:a="http://schemas.openxmlformats.org/drawingml/2006/main" noGrp="1"/>
          </p:cNvSpPr>
          <p:nvPr/>
        </p:nvSpPr>
        <p:spPr>
          <a:xfrm xmlns:a="http://schemas.openxmlformats.org/drawingml/2006/main">
            <a:off x="609600" y="647700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0758B"/>
                </a:solidFill>
                <a:latin typeface="Arial"/>
                <a:ea typeface="Arial"/>
                <a:cs typeface="Arial"/>
              </a:defRPr>
            </a:defPPr>
            <a:lvl1pPr>
              <a:buNone/>
              <a:defRPr sz="1275" b="0">
                <a:solidFill>
                  <a:srgbClr val="60758B"/>
                </a:solidFill>
                <a:latin typeface="Arial"/>
                <a:ea typeface="Arial"/>
                <a:cs typeface="Arial"/>
              </a:defRPr>
            </a:lvl1pPr>
            <a:lvl2pPr>
              <a:buNone/>
              <a:defRPr sz="1275" b="0">
                <a:solidFill>
                  <a:srgbClr val="60758B"/>
                </a:solidFill>
                <a:latin typeface="Arial"/>
                <a:ea typeface="Arial"/>
                <a:cs typeface="Arial"/>
              </a:defRPr>
            </a:lvl2pPr>
            <a:lvl3pPr>
              <a:buNone/>
              <a:defRPr sz="1275" b="0">
                <a:solidFill>
                  <a:srgbClr val="60758B"/>
                </a:solidFill>
                <a:latin typeface="Arial"/>
                <a:ea typeface="Arial"/>
                <a:cs typeface="Arial"/>
              </a:defRPr>
            </a:lvl3pPr>
            <a:lvl4pPr>
              <a:buNone/>
              <a:defRPr sz="1275" b="0">
                <a:solidFill>
                  <a:srgbClr val="60758B"/>
                </a:solidFill>
                <a:latin typeface="Arial"/>
                <a:ea typeface="Arial"/>
                <a:cs typeface="Arial"/>
              </a:defRPr>
            </a:lvl4pPr>
            <a:lvl5pPr>
              <a:buNone/>
              <a:defRPr sz="1275" b="0">
                <a:solidFill>
                  <a:srgbClr val="60758B"/>
                </a:solidFill>
                <a:latin typeface="Arial"/>
                <a:ea typeface="Arial"/>
                <a:cs typeface="Arial"/>
              </a:defRPr>
            </a:lvl5pPr>
            <a:lvl6pPr>
              <a:buNone/>
              <a:defRPr sz="1275" b="0">
                <a:solidFill>
                  <a:srgbClr val="60758B"/>
                </a:solidFill>
                <a:latin typeface="Arial"/>
                <a:ea typeface="Arial"/>
                <a:cs typeface="Arial"/>
              </a:defRPr>
            </a:lvl6pPr>
            <a:lvl7pPr>
              <a:buNone/>
              <a:defRPr sz="1275" b="0">
                <a:solidFill>
                  <a:srgbClr val="60758B"/>
                </a:solidFill>
                <a:latin typeface="Arial"/>
                <a:ea typeface="Arial"/>
                <a:cs typeface="Arial"/>
              </a:defRPr>
            </a:lvl7pPr>
            <a:lvl8pPr>
              <a:buNone/>
              <a:defRPr sz="1275" b="0">
                <a:solidFill>
                  <a:srgbClr val="60758B"/>
                </a:solidFill>
                <a:latin typeface="Arial"/>
                <a:ea typeface="Arial"/>
                <a:cs typeface="Arial"/>
              </a:defRPr>
            </a:lvl8pPr>
            <a:lvl9pPr>
              <a:buNone/>
              <a:defRPr sz="1275" b="0">
                <a:solidFill>
                  <a:srgbClr val="60758B"/>
                </a:solidFill>
                <a:latin typeface="Arial"/>
                <a:ea typeface="Arial"/>
                <a:cs typeface="Arial"/>
              </a:defRPr>
            </a:lvl9pPr>
          </a:lstStyle>
          <a:p xmlns:a="http://schemas.openxmlformats.org/drawingml/2006/main">
            <a:pPr>
              <a:buNone/>
              <a:defRPr sz="1275" b="0">
                <a:solidFill>
                  <a:srgbClr val="60758B"/>
                </a:solidFill>
                <a:latin typeface="Arial"/>
                <a:ea typeface="Arial"/>
                <a:cs typeface="Arial"/>
              </a:defRPr>
            </a:pPr>
            <a:r>
              <a:rPr sz="1275" b="0">
                <a:solidFill>
                  <a:srgbClr val="60758B"/>
                </a:solidFill>
                <a:latin typeface="Arial"/>
                <a:ea typeface="Arial"/>
                <a:cs typeface="Arial"/>
              </a:rPr>
              <a:t>Video 5:30 - 6:00</a:t>
            </a:r>
          </a:p>
        </p:txBody>
      </p:sp>
      <p:sp>
        <p:nvSpPr>
          <p:cNvPr id="5" name="4.4">
            <a:extLst xmlns:a="http://schemas.openxmlformats.org/drawingml/2006/main">
              <a:ext uri="{FF2B5EF4-FFF2-40B4-BE49-F238E27FC236}">
                <a16:creationId xmlns:a16="http://schemas.microsoft.com/office/drawing/2014/main" id="{7CAA47A1-562B-4FEB-8E12-6CC12876CD72}"/>
              </a:ext>
            </a:extLst>
          </p:cNvPr>
          <p:cNvSpPr>
            <a:spLocks xmlns:a="http://schemas.openxmlformats.org/drawingml/2006/main" noGrp="1"/>
          </p:cNvSpPr>
          <p:nvPr/>
        </p:nvSpPr>
        <p:spPr>
          <a:xfrm xmlns:a="http://schemas.openxmlformats.org/drawingml/2006/main">
            <a:off x="609600" y="2143125"/>
            <a:ext cx="1428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425" b="1">
                <a:solidFill>
                  <a:srgbClr val="245BF3"/>
                </a:solidFill>
                <a:latin typeface="Arial"/>
                <a:ea typeface="Arial"/>
                <a:cs typeface="Arial"/>
              </a:defRPr>
            </a:defPPr>
            <a:lvl1pPr>
              <a:buNone/>
              <a:defRPr sz="4425" b="1">
                <a:solidFill>
                  <a:srgbClr val="245BF3"/>
                </a:solidFill>
                <a:latin typeface="Arial"/>
                <a:ea typeface="Arial"/>
                <a:cs typeface="Arial"/>
              </a:defRPr>
            </a:lvl1pPr>
            <a:lvl2pPr>
              <a:buNone/>
              <a:defRPr sz="4425" b="1">
                <a:solidFill>
                  <a:srgbClr val="245BF3"/>
                </a:solidFill>
                <a:latin typeface="Arial"/>
                <a:ea typeface="Arial"/>
                <a:cs typeface="Arial"/>
              </a:defRPr>
            </a:lvl2pPr>
            <a:lvl3pPr>
              <a:buNone/>
              <a:defRPr sz="4425" b="1">
                <a:solidFill>
                  <a:srgbClr val="245BF3"/>
                </a:solidFill>
                <a:latin typeface="Arial"/>
                <a:ea typeface="Arial"/>
                <a:cs typeface="Arial"/>
              </a:defRPr>
            </a:lvl3pPr>
            <a:lvl4pPr>
              <a:buNone/>
              <a:defRPr sz="4425" b="1">
                <a:solidFill>
                  <a:srgbClr val="245BF3"/>
                </a:solidFill>
                <a:latin typeface="Arial"/>
                <a:ea typeface="Arial"/>
                <a:cs typeface="Arial"/>
              </a:defRPr>
            </a:lvl4pPr>
            <a:lvl5pPr>
              <a:buNone/>
              <a:defRPr sz="4425" b="1">
                <a:solidFill>
                  <a:srgbClr val="245BF3"/>
                </a:solidFill>
                <a:latin typeface="Arial"/>
                <a:ea typeface="Arial"/>
                <a:cs typeface="Arial"/>
              </a:defRPr>
            </a:lvl5pPr>
            <a:lvl6pPr>
              <a:buNone/>
              <a:defRPr sz="4425" b="1">
                <a:solidFill>
                  <a:srgbClr val="245BF3"/>
                </a:solidFill>
                <a:latin typeface="Arial"/>
                <a:ea typeface="Arial"/>
                <a:cs typeface="Arial"/>
              </a:defRPr>
            </a:lvl6pPr>
            <a:lvl7pPr>
              <a:buNone/>
              <a:defRPr sz="4425" b="1">
                <a:solidFill>
                  <a:srgbClr val="245BF3"/>
                </a:solidFill>
                <a:latin typeface="Arial"/>
                <a:ea typeface="Arial"/>
                <a:cs typeface="Arial"/>
              </a:defRPr>
            </a:lvl7pPr>
            <a:lvl8pPr>
              <a:buNone/>
              <a:defRPr sz="4425" b="1">
                <a:solidFill>
                  <a:srgbClr val="245BF3"/>
                </a:solidFill>
                <a:latin typeface="Arial"/>
                <a:ea typeface="Arial"/>
                <a:cs typeface="Arial"/>
              </a:defRPr>
            </a:lvl8pPr>
            <a:lvl9pPr>
              <a:buNone/>
              <a:defRPr sz="4425" b="1">
                <a:solidFill>
                  <a:srgbClr val="245BF3"/>
                </a:solidFill>
                <a:latin typeface="Arial"/>
                <a:ea typeface="Arial"/>
                <a:cs typeface="Arial"/>
              </a:defRPr>
            </a:lvl9pPr>
          </a:lstStyle>
          <a:p xmlns:a="http://schemas.openxmlformats.org/drawingml/2006/main">
            <a:pPr>
              <a:buNone/>
              <a:defRPr sz="4425" b="1">
                <a:solidFill>
                  <a:srgbClr val="245BF3"/>
                </a:solidFill>
                <a:latin typeface="Arial"/>
                <a:ea typeface="Arial"/>
                <a:cs typeface="Arial"/>
              </a:defRPr>
            </a:pPr>
            <a:r>
              <a:rPr sz="4425" b="1">
                <a:solidFill>
                  <a:srgbClr val="245BF3"/>
                </a:solidFill>
                <a:latin typeface="Arial"/>
                <a:ea typeface="Arial"/>
                <a:cs typeface="Arial"/>
              </a:rPr>
              <a:t>4.4</a:t>
            </a:r>
          </a:p>
        </p:txBody>
      </p:sp>
      <p:sp>
        <p:nvSpPr>
          <p:cNvPr id="6" name="Data visualisation practice">
            <a:extLst xmlns:a="http://schemas.openxmlformats.org/drawingml/2006/main">
              <a:ext uri="{FF2B5EF4-FFF2-40B4-BE49-F238E27FC236}">
                <a16:creationId xmlns:a16="http://schemas.microsoft.com/office/drawing/2014/main" id="{773D531B-DE21-4599-9BA2-12C0FB44756F}"/>
              </a:ext>
            </a:extLst>
          </p:cNvPr>
          <p:cNvSpPr>
            <a:spLocks xmlns:a="http://schemas.openxmlformats.org/drawingml/2006/main" noGrp="1"/>
          </p:cNvSpPr>
          <p:nvPr/>
        </p:nvSpPr>
        <p:spPr>
          <a:xfrm xmlns:a="http://schemas.openxmlformats.org/drawingml/2006/main">
            <a:off x="2390775" y="2171700"/>
            <a:ext cx="9191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B2341"/>
                </a:solidFill>
                <a:latin typeface="Arial"/>
                <a:ea typeface="Arial"/>
                <a:cs typeface="Arial"/>
              </a:defRPr>
            </a:defPPr>
            <a:lvl1pPr>
              <a:buNone/>
              <a:defRPr sz="2325" b="1">
                <a:solidFill>
                  <a:srgbClr val="0B2341"/>
                </a:solidFill>
                <a:latin typeface="Arial"/>
                <a:ea typeface="Arial"/>
                <a:cs typeface="Arial"/>
              </a:defRPr>
            </a:lvl1pPr>
            <a:lvl2pPr>
              <a:buNone/>
              <a:defRPr sz="2325" b="1">
                <a:solidFill>
                  <a:srgbClr val="0B2341"/>
                </a:solidFill>
                <a:latin typeface="Arial"/>
                <a:ea typeface="Arial"/>
                <a:cs typeface="Arial"/>
              </a:defRPr>
            </a:lvl2pPr>
            <a:lvl3pPr>
              <a:buNone/>
              <a:defRPr sz="2325" b="1">
                <a:solidFill>
                  <a:srgbClr val="0B2341"/>
                </a:solidFill>
                <a:latin typeface="Arial"/>
                <a:ea typeface="Arial"/>
                <a:cs typeface="Arial"/>
              </a:defRPr>
            </a:lvl3pPr>
            <a:lvl4pPr>
              <a:buNone/>
              <a:defRPr sz="2325" b="1">
                <a:solidFill>
                  <a:srgbClr val="0B2341"/>
                </a:solidFill>
                <a:latin typeface="Arial"/>
                <a:ea typeface="Arial"/>
                <a:cs typeface="Arial"/>
              </a:defRPr>
            </a:lvl4pPr>
            <a:lvl5pPr>
              <a:buNone/>
              <a:defRPr sz="2325" b="1">
                <a:solidFill>
                  <a:srgbClr val="0B2341"/>
                </a:solidFill>
                <a:latin typeface="Arial"/>
                <a:ea typeface="Arial"/>
                <a:cs typeface="Arial"/>
              </a:defRPr>
            </a:lvl5pPr>
            <a:lvl6pPr>
              <a:buNone/>
              <a:defRPr sz="2325" b="1">
                <a:solidFill>
                  <a:srgbClr val="0B2341"/>
                </a:solidFill>
                <a:latin typeface="Arial"/>
                <a:ea typeface="Arial"/>
                <a:cs typeface="Arial"/>
              </a:defRPr>
            </a:lvl6pPr>
            <a:lvl7pPr>
              <a:buNone/>
              <a:defRPr sz="2325" b="1">
                <a:solidFill>
                  <a:srgbClr val="0B2341"/>
                </a:solidFill>
                <a:latin typeface="Arial"/>
                <a:ea typeface="Arial"/>
                <a:cs typeface="Arial"/>
              </a:defRPr>
            </a:lvl7pPr>
            <a:lvl8pPr>
              <a:buNone/>
              <a:defRPr sz="2325" b="1">
                <a:solidFill>
                  <a:srgbClr val="0B2341"/>
                </a:solidFill>
                <a:latin typeface="Arial"/>
                <a:ea typeface="Arial"/>
                <a:cs typeface="Arial"/>
              </a:defRPr>
            </a:lvl8pPr>
            <a:lvl9pPr>
              <a:buNone/>
              <a:defRPr sz="2325" b="1">
                <a:solidFill>
                  <a:srgbClr val="0B2341"/>
                </a:solidFill>
                <a:latin typeface="Arial"/>
                <a:ea typeface="Arial"/>
                <a:cs typeface="Arial"/>
              </a:defRPr>
            </a:lvl9pPr>
          </a:lstStyle>
          <a:p xmlns:a="http://schemas.openxmlformats.org/drawingml/2006/main">
            <a:pPr>
              <a:buNone/>
              <a:defRPr sz="2325" b="1">
                <a:solidFill>
                  <a:srgbClr val="0B2341"/>
                </a:solidFill>
                <a:latin typeface="Arial"/>
                <a:ea typeface="Arial"/>
                <a:cs typeface="Arial"/>
              </a:defRPr>
            </a:pPr>
            <a:r>
              <a:rPr sz="2325" b="1">
                <a:solidFill>
                  <a:srgbClr val="0B2341"/>
                </a:solidFill>
                <a:latin typeface="Arial"/>
                <a:ea typeface="Arial"/>
                <a:cs typeface="Arial"/>
              </a:rPr>
              <a:t>Data visualisation practice</a:t>
            </a:r>
          </a:p>
        </p:txBody>
      </p:sp>
      <p:sp>
        <p:nvSpPr>
          <p:cNvPr id="7" name="Builds relevant skills for employment">
            <a:extLst xmlns:a="http://schemas.openxmlformats.org/drawingml/2006/main">
              <a:ext uri="{FF2B5EF4-FFF2-40B4-BE49-F238E27FC236}">
                <a16:creationId xmlns:a16="http://schemas.microsoft.com/office/drawing/2014/main" id="{D59A03AE-72AA-4499-9DD2-3AA1DB578495}"/>
              </a:ext>
            </a:extLst>
          </p:cNvPr>
          <p:cNvSpPr>
            <a:spLocks xmlns:a="http://schemas.openxmlformats.org/drawingml/2006/main" noGrp="1"/>
          </p:cNvSpPr>
          <p:nvPr/>
        </p:nvSpPr>
        <p:spPr>
          <a:xfrm xmlns:a="http://schemas.openxmlformats.org/drawingml/2006/main">
            <a:off x="2390775" y="2705100"/>
            <a:ext cx="919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60758B"/>
                </a:solidFill>
                <a:latin typeface="Arial"/>
                <a:ea typeface="Arial"/>
                <a:cs typeface="Arial"/>
              </a:defRPr>
            </a:defPPr>
            <a:lvl1pPr>
              <a:buNone/>
              <a:defRPr sz="1875" b="0">
                <a:solidFill>
                  <a:srgbClr val="60758B"/>
                </a:solidFill>
                <a:latin typeface="Arial"/>
                <a:ea typeface="Arial"/>
                <a:cs typeface="Arial"/>
              </a:defRPr>
            </a:lvl1pPr>
            <a:lvl2pPr>
              <a:buNone/>
              <a:defRPr sz="1875" b="0">
                <a:solidFill>
                  <a:srgbClr val="60758B"/>
                </a:solidFill>
                <a:latin typeface="Arial"/>
                <a:ea typeface="Arial"/>
                <a:cs typeface="Arial"/>
              </a:defRPr>
            </a:lvl2pPr>
            <a:lvl3pPr>
              <a:buNone/>
              <a:defRPr sz="1875" b="0">
                <a:solidFill>
                  <a:srgbClr val="60758B"/>
                </a:solidFill>
                <a:latin typeface="Arial"/>
                <a:ea typeface="Arial"/>
                <a:cs typeface="Arial"/>
              </a:defRPr>
            </a:lvl3pPr>
            <a:lvl4pPr>
              <a:buNone/>
              <a:defRPr sz="1875" b="0">
                <a:solidFill>
                  <a:srgbClr val="60758B"/>
                </a:solidFill>
                <a:latin typeface="Arial"/>
                <a:ea typeface="Arial"/>
                <a:cs typeface="Arial"/>
              </a:defRPr>
            </a:lvl4pPr>
            <a:lvl5pPr>
              <a:buNone/>
              <a:defRPr sz="1875" b="0">
                <a:solidFill>
                  <a:srgbClr val="60758B"/>
                </a:solidFill>
                <a:latin typeface="Arial"/>
                <a:ea typeface="Arial"/>
                <a:cs typeface="Arial"/>
              </a:defRPr>
            </a:lvl5pPr>
            <a:lvl6pPr>
              <a:buNone/>
              <a:defRPr sz="1875" b="0">
                <a:solidFill>
                  <a:srgbClr val="60758B"/>
                </a:solidFill>
                <a:latin typeface="Arial"/>
                <a:ea typeface="Arial"/>
                <a:cs typeface="Arial"/>
              </a:defRPr>
            </a:lvl6pPr>
            <a:lvl7pPr>
              <a:buNone/>
              <a:defRPr sz="1875" b="0">
                <a:solidFill>
                  <a:srgbClr val="60758B"/>
                </a:solidFill>
                <a:latin typeface="Arial"/>
                <a:ea typeface="Arial"/>
                <a:cs typeface="Arial"/>
              </a:defRPr>
            </a:lvl7pPr>
            <a:lvl8pPr>
              <a:buNone/>
              <a:defRPr sz="1875" b="0">
                <a:solidFill>
                  <a:srgbClr val="60758B"/>
                </a:solidFill>
                <a:latin typeface="Arial"/>
                <a:ea typeface="Arial"/>
                <a:cs typeface="Arial"/>
              </a:defRPr>
            </a:lvl8pPr>
            <a:lvl9pPr>
              <a:buNone/>
              <a:defRPr sz="1875" b="0">
                <a:solidFill>
                  <a:srgbClr val="60758B"/>
                </a:solidFill>
                <a:latin typeface="Arial"/>
                <a:ea typeface="Arial"/>
                <a:cs typeface="Arial"/>
              </a:defRPr>
            </a:lvl9pPr>
          </a:lstStyle>
          <a:p xmlns:a="http://schemas.openxmlformats.org/drawingml/2006/main">
            <a:pPr>
              <a:buNone/>
              <a:defRPr sz="1875" b="0">
                <a:solidFill>
                  <a:srgbClr val="60758B"/>
                </a:solidFill>
                <a:latin typeface="Arial"/>
                <a:ea typeface="Arial"/>
                <a:cs typeface="Arial"/>
              </a:defRPr>
            </a:pPr>
            <a:r>
              <a:rPr sz="1875" b="0">
                <a:solidFill>
                  <a:srgbClr val="60758B"/>
                </a:solidFill>
                <a:latin typeface="Arial"/>
                <a:ea typeface="Arial"/>
                <a:cs typeface="Arial"/>
              </a:rPr>
              <a:t>Builds relevant skills for employment</a:t>
            </a:r>
          </a:p>
        </p:txBody>
      </p:sp>
      <p:sp>
        <p:nvSpPr>
          <p:cNvPr id="8" name="8.2">
            <a:extLst xmlns:a="http://schemas.openxmlformats.org/drawingml/2006/main">
              <a:ext uri="{FF2B5EF4-FFF2-40B4-BE49-F238E27FC236}">
                <a16:creationId xmlns:a16="http://schemas.microsoft.com/office/drawing/2014/main" id="{C1D903FC-1782-42C2-8966-7E78EE6CBC25}"/>
              </a:ext>
            </a:extLst>
          </p:cNvPr>
          <p:cNvSpPr>
            <a:spLocks xmlns:a="http://schemas.openxmlformats.org/drawingml/2006/main" noGrp="1"/>
          </p:cNvSpPr>
          <p:nvPr/>
        </p:nvSpPr>
        <p:spPr>
          <a:xfrm xmlns:a="http://schemas.openxmlformats.org/drawingml/2006/main">
            <a:off x="609600" y="3352800"/>
            <a:ext cx="1428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425" b="1">
                <a:solidFill>
                  <a:srgbClr val="245BF3"/>
                </a:solidFill>
                <a:latin typeface="Arial"/>
                <a:ea typeface="Arial"/>
                <a:cs typeface="Arial"/>
              </a:defRPr>
            </a:defPPr>
            <a:lvl1pPr>
              <a:buNone/>
              <a:defRPr sz="4425" b="1">
                <a:solidFill>
                  <a:srgbClr val="245BF3"/>
                </a:solidFill>
                <a:latin typeface="Arial"/>
                <a:ea typeface="Arial"/>
                <a:cs typeface="Arial"/>
              </a:defRPr>
            </a:lvl1pPr>
            <a:lvl2pPr>
              <a:buNone/>
              <a:defRPr sz="4425" b="1">
                <a:solidFill>
                  <a:srgbClr val="245BF3"/>
                </a:solidFill>
                <a:latin typeface="Arial"/>
                <a:ea typeface="Arial"/>
                <a:cs typeface="Arial"/>
              </a:defRPr>
            </a:lvl2pPr>
            <a:lvl3pPr>
              <a:buNone/>
              <a:defRPr sz="4425" b="1">
                <a:solidFill>
                  <a:srgbClr val="245BF3"/>
                </a:solidFill>
                <a:latin typeface="Arial"/>
                <a:ea typeface="Arial"/>
                <a:cs typeface="Arial"/>
              </a:defRPr>
            </a:lvl3pPr>
            <a:lvl4pPr>
              <a:buNone/>
              <a:defRPr sz="4425" b="1">
                <a:solidFill>
                  <a:srgbClr val="245BF3"/>
                </a:solidFill>
                <a:latin typeface="Arial"/>
                <a:ea typeface="Arial"/>
                <a:cs typeface="Arial"/>
              </a:defRPr>
            </a:lvl4pPr>
            <a:lvl5pPr>
              <a:buNone/>
              <a:defRPr sz="4425" b="1">
                <a:solidFill>
                  <a:srgbClr val="245BF3"/>
                </a:solidFill>
                <a:latin typeface="Arial"/>
                <a:ea typeface="Arial"/>
                <a:cs typeface="Arial"/>
              </a:defRPr>
            </a:lvl5pPr>
            <a:lvl6pPr>
              <a:buNone/>
              <a:defRPr sz="4425" b="1">
                <a:solidFill>
                  <a:srgbClr val="245BF3"/>
                </a:solidFill>
                <a:latin typeface="Arial"/>
                <a:ea typeface="Arial"/>
                <a:cs typeface="Arial"/>
              </a:defRPr>
            </a:lvl6pPr>
            <a:lvl7pPr>
              <a:buNone/>
              <a:defRPr sz="4425" b="1">
                <a:solidFill>
                  <a:srgbClr val="245BF3"/>
                </a:solidFill>
                <a:latin typeface="Arial"/>
                <a:ea typeface="Arial"/>
                <a:cs typeface="Arial"/>
              </a:defRPr>
            </a:lvl7pPr>
            <a:lvl8pPr>
              <a:buNone/>
              <a:defRPr sz="4425" b="1">
                <a:solidFill>
                  <a:srgbClr val="245BF3"/>
                </a:solidFill>
                <a:latin typeface="Arial"/>
                <a:ea typeface="Arial"/>
                <a:cs typeface="Arial"/>
              </a:defRPr>
            </a:lvl8pPr>
            <a:lvl9pPr>
              <a:buNone/>
              <a:defRPr sz="4425" b="1">
                <a:solidFill>
                  <a:srgbClr val="245BF3"/>
                </a:solidFill>
                <a:latin typeface="Arial"/>
                <a:ea typeface="Arial"/>
                <a:cs typeface="Arial"/>
              </a:defRPr>
            </a:lvl9pPr>
          </a:lstStyle>
          <a:p xmlns:a="http://schemas.openxmlformats.org/drawingml/2006/main">
            <a:pPr>
              <a:buNone/>
              <a:defRPr sz="4425" b="1">
                <a:solidFill>
                  <a:srgbClr val="245BF3"/>
                </a:solidFill>
                <a:latin typeface="Arial"/>
                <a:ea typeface="Arial"/>
                <a:cs typeface="Arial"/>
              </a:defRPr>
            </a:pPr>
            <a:r>
              <a:rPr sz="4425" b="1">
                <a:solidFill>
                  <a:srgbClr val="245BF3"/>
                </a:solidFill>
                <a:latin typeface="Arial"/>
                <a:ea typeface="Arial"/>
                <a:cs typeface="Arial"/>
              </a:rPr>
              <a:t>8.2</a:t>
            </a:r>
          </a:p>
        </p:txBody>
      </p:sp>
      <p:sp>
        <p:nvSpPr>
          <p:cNvPr id="9" name="Business process improvement">
            <a:extLst xmlns:a="http://schemas.openxmlformats.org/drawingml/2006/main">
              <a:ext uri="{FF2B5EF4-FFF2-40B4-BE49-F238E27FC236}">
                <a16:creationId xmlns:a16="http://schemas.microsoft.com/office/drawing/2014/main" id="{9C68DD9C-3DDB-4F5A-B13D-4E279C370FD0}"/>
              </a:ext>
            </a:extLst>
          </p:cNvPr>
          <p:cNvSpPr>
            <a:spLocks xmlns:a="http://schemas.openxmlformats.org/drawingml/2006/main" noGrp="1"/>
          </p:cNvSpPr>
          <p:nvPr/>
        </p:nvSpPr>
        <p:spPr>
          <a:xfrm xmlns:a="http://schemas.openxmlformats.org/drawingml/2006/main">
            <a:off x="2390775" y="3381375"/>
            <a:ext cx="9191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B2341"/>
                </a:solidFill>
                <a:latin typeface="Arial"/>
                <a:ea typeface="Arial"/>
                <a:cs typeface="Arial"/>
              </a:defRPr>
            </a:defPPr>
            <a:lvl1pPr>
              <a:buNone/>
              <a:defRPr sz="2325" b="1">
                <a:solidFill>
                  <a:srgbClr val="0B2341"/>
                </a:solidFill>
                <a:latin typeface="Arial"/>
                <a:ea typeface="Arial"/>
                <a:cs typeface="Arial"/>
              </a:defRPr>
            </a:lvl1pPr>
            <a:lvl2pPr>
              <a:buNone/>
              <a:defRPr sz="2325" b="1">
                <a:solidFill>
                  <a:srgbClr val="0B2341"/>
                </a:solidFill>
                <a:latin typeface="Arial"/>
                <a:ea typeface="Arial"/>
                <a:cs typeface="Arial"/>
              </a:defRPr>
            </a:lvl2pPr>
            <a:lvl3pPr>
              <a:buNone/>
              <a:defRPr sz="2325" b="1">
                <a:solidFill>
                  <a:srgbClr val="0B2341"/>
                </a:solidFill>
                <a:latin typeface="Arial"/>
                <a:ea typeface="Arial"/>
                <a:cs typeface="Arial"/>
              </a:defRPr>
            </a:lvl3pPr>
            <a:lvl4pPr>
              <a:buNone/>
              <a:defRPr sz="2325" b="1">
                <a:solidFill>
                  <a:srgbClr val="0B2341"/>
                </a:solidFill>
                <a:latin typeface="Arial"/>
                <a:ea typeface="Arial"/>
                <a:cs typeface="Arial"/>
              </a:defRPr>
            </a:lvl4pPr>
            <a:lvl5pPr>
              <a:buNone/>
              <a:defRPr sz="2325" b="1">
                <a:solidFill>
                  <a:srgbClr val="0B2341"/>
                </a:solidFill>
                <a:latin typeface="Arial"/>
                <a:ea typeface="Arial"/>
                <a:cs typeface="Arial"/>
              </a:defRPr>
            </a:lvl5pPr>
            <a:lvl6pPr>
              <a:buNone/>
              <a:defRPr sz="2325" b="1">
                <a:solidFill>
                  <a:srgbClr val="0B2341"/>
                </a:solidFill>
                <a:latin typeface="Arial"/>
                <a:ea typeface="Arial"/>
                <a:cs typeface="Arial"/>
              </a:defRPr>
            </a:lvl6pPr>
            <a:lvl7pPr>
              <a:buNone/>
              <a:defRPr sz="2325" b="1">
                <a:solidFill>
                  <a:srgbClr val="0B2341"/>
                </a:solidFill>
                <a:latin typeface="Arial"/>
                <a:ea typeface="Arial"/>
                <a:cs typeface="Arial"/>
              </a:defRPr>
            </a:lvl7pPr>
            <a:lvl8pPr>
              <a:buNone/>
              <a:defRPr sz="2325" b="1">
                <a:solidFill>
                  <a:srgbClr val="0B2341"/>
                </a:solidFill>
                <a:latin typeface="Arial"/>
                <a:ea typeface="Arial"/>
                <a:cs typeface="Arial"/>
              </a:defRPr>
            </a:lvl8pPr>
            <a:lvl9pPr>
              <a:buNone/>
              <a:defRPr sz="2325" b="1">
                <a:solidFill>
                  <a:srgbClr val="0B2341"/>
                </a:solidFill>
                <a:latin typeface="Arial"/>
                <a:ea typeface="Arial"/>
                <a:cs typeface="Arial"/>
              </a:defRPr>
            </a:lvl9pPr>
          </a:lstStyle>
          <a:p xmlns:a="http://schemas.openxmlformats.org/drawingml/2006/main">
            <a:pPr>
              <a:buNone/>
              <a:defRPr sz="2325" b="1">
                <a:solidFill>
                  <a:srgbClr val="0B2341"/>
                </a:solidFill>
                <a:latin typeface="Arial"/>
                <a:ea typeface="Arial"/>
                <a:cs typeface="Arial"/>
              </a:defRPr>
            </a:pPr>
            <a:r>
              <a:rPr sz="2325" b="1">
                <a:solidFill>
                  <a:srgbClr val="0B2341"/>
                </a:solidFill>
                <a:latin typeface="Arial"/>
                <a:ea typeface="Arial"/>
                <a:cs typeface="Arial"/>
              </a:rPr>
              <a:t>Business process improvement</a:t>
            </a:r>
          </a:p>
        </p:txBody>
      </p:sp>
      <p:sp>
        <p:nvSpPr>
          <p:cNvPr id="10" name="Intended contribution to productivity">
            <a:extLst xmlns:a="http://schemas.openxmlformats.org/drawingml/2006/main">
              <a:ext uri="{FF2B5EF4-FFF2-40B4-BE49-F238E27FC236}">
                <a16:creationId xmlns:a16="http://schemas.microsoft.com/office/drawing/2014/main" id="{161CED27-69BF-4DA1-BBC9-C77A55B6D86D}"/>
              </a:ext>
            </a:extLst>
          </p:cNvPr>
          <p:cNvSpPr>
            <a:spLocks xmlns:a="http://schemas.openxmlformats.org/drawingml/2006/main" noGrp="1"/>
          </p:cNvSpPr>
          <p:nvPr/>
        </p:nvSpPr>
        <p:spPr>
          <a:xfrm xmlns:a="http://schemas.openxmlformats.org/drawingml/2006/main">
            <a:off x="2390775" y="3914775"/>
            <a:ext cx="919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60758B"/>
                </a:solidFill>
                <a:latin typeface="Arial"/>
                <a:ea typeface="Arial"/>
                <a:cs typeface="Arial"/>
              </a:defRPr>
            </a:defPPr>
            <a:lvl1pPr>
              <a:buNone/>
              <a:defRPr sz="1875" b="0">
                <a:solidFill>
                  <a:srgbClr val="60758B"/>
                </a:solidFill>
                <a:latin typeface="Arial"/>
                <a:ea typeface="Arial"/>
                <a:cs typeface="Arial"/>
              </a:defRPr>
            </a:lvl1pPr>
            <a:lvl2pPr>
              <a:buNone/>
              <a:defRPr sz="1875" b="0">
                <a:solidFill>
                  <a:srgbClr val="60758B"/>
                </a:solidFill>
                <a:latin typeface="Arial"/>
                <a:ea typeface="Arial"/>
                <a:cs typeface="Arial"/>
              </a:defRPr>
            </a:lvl2pPr>
            <a:lvl3pPr>
              <a:buNone/>
              <a:defRPr sz="1875" b="0">
                <a:solidFill>
                  <a:srgbClr val="60758B"/>
                </a:solidFill>
                <a:latin typeface="Arial"/>
                <a:ea typeface="Arial"/>
                <a:cs typeface="Arial"/>
              </a:defRPr>
            </a:lvl3pPr>
            <a:lvl4pPr>
              <a:buNone/>
              <a:defRPr sz="1875" b="0">
                <a:solidFill>
                  <a:srgbClr val="60758B"/>
                </a:solidFill>
                <a:latin typeface="Arial"/>
                <a:ea typeface="Arial"/>
                <a:cs typeface="Arial"/>
              </a:defRPr>
            </a:lvl4pPr>
            <a:lvl5pPr>
              <a:buNone/>
              <a:defRPr sz="1875" b="0">
                <a:solidFill>
                  <a:srgbClr val="60758B"/>
                </a:solidFill>
                <a:latin typeface="Arial"/>
                <a:ea typeface="Arial"/>
                <a:cs typeface="Arial"/>
              </a:defRPr>
            </a:lvl5pPr>
            <a:lvl6pPr>
              <a:buNone/>
              <a:defRPr sz="1875" b="0">
                <a:solidFill>
                  <a:srgbClr val="60758B"/>
                </a:solidFill>
                <a:latin typeface="Arial"/>
                <a:ea typeface="Arial"/>
                <a:cs typeface="Arial"/>
              </a:defRPr>
            </a:lvl6pPr>
            <a:lvl7pPr>
              <a:buNone/>
              <a:defRPr sz="1875" b="0">
                <a:solidFill>
                  <a:srgbClr val="60758B"/>
                </a:solidFill>
                <a:latin typeface="Arial"/>
                <a:ea typeface="Arial"/>
                <a:cs typeface="Arial"/>
              </a:defRPr>
            </a:lvl7pPr>
            <a:lvl8pPr>
              <a:buNone/>
              <a:defRPr sz="1875" b="0">
                <a:solidFill>
                  <a:srgbClr val="60758B"/>
                </a:solidFill>
                <a:latin typeface="Arial"/>
                <a:ea typeface="Arial"/>
                <a:cs typeface="Arial"/>
              </a:defRPr>
            </a:lvl8pPr>
            <a:lvl9pPr>
              <a:buNone/>
              <a:defRPr sz="1875" b="0">
                <a:solidFill>
                  <a:srgbClr val="60758B"/>
                </a:solidFill>
                <a:latin typeface="Arial"/>
                <a:ea typeface="Arial"/>
                <a:cs typeface="Arial"/>
              </a:defRPr>
            </a:lvl9pPr>
          </a:lstStyle>
          <a:p xmlns:a="http://schemas.openxmlformats.org/drawingml/2006/main">
            <a:pPr>
              <a:buNone/>
              <a:defRPr sz="1875" b="0">
                <a:solidFill>
                  <a:srgbClr val="60758B"/>
                </a:solidFill>
                <a:latin typeface="Arial"/>
                <a:ea typeface="Arial"/>
                <a:cs typeface="Arial"/>
              </a:defRPr>
            </a:pPr>
            <a:r>
              <a:rPr sz="1875" b="0">
                <a:solidFill>
                  <a:srgbClr val="60758B"/>
                </a:solidFill>
                <a:latin typeface="Arial"/>
                <a:ea typeface="Arial"/>
                <a:cs typeface="Arial"/>
              </a:rPr>
              <a:t>Intended contribution to productivity</a:t>
            </a:r>
          </a:p>
        </p:txBody>
      </p:sp>
      <p:sp>
        <p:nvSpPr>
          <p:cNvPr id="11" name="10.2">
            <a:extLst xmlns:a="http://schemas.openxmlformats.org/drawingml/2006/main">
              <a:ext uri="{FF2B5EF4-FFF2-40B4-BE49-F238E27FC236}">
                <a16:creationId xmlns:a16="http://schemas.microsoft.com/office/drawing/2014/main" id="{D62ED1A2-071C-412D-9F78-118C7ECE3560}"/>
              </a:ext>
            </a:extLst>
          </p:cNvPr>
          <p:cNvSpPr>
            <a:spLocks xmlns:a="http://schemas.openxmlformats.org/drawingml/2006/main" noGrp="1"/>
          </p:cNvSpPr>
          <p:nvPr/>
        </p:nvSpPr>
        <p:spPr>
          <a:xfrm xmlns:a="http://schemas.openxmlformats.org/drawingml/2006/main">
            <a:off x="609600" y="4562475"/>
            <a:ext cx="1428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425" b="1">
                <a:solidFill>
                  <a:srgbClr val="245BF3"/>
                </a:solidFill>
                <a:latin typeface="Arial"/>
                <a:ea typeface="Arial"/>
                <a:cs typeface="Arial"/>
              </a:defRPr>
            </a:defPPr>
            <a:lvl1pPr>
              <a:buNone/>
              <a:defRPr sz="4425" b="1">
                <a:solidFill>
                  <a:srgbClr val="245BF3"/>
                </a:solidFill>
                <a:latin typeface="Arial"/>
                <a:ea typeface="Arial"/>
                <a:cs typeface="Arial"/>
              </a:defRPr>
            </a:lvl1pPr>
            <a:lvl2pPr>
              <a:buNone/>
              <a:defRPr sz="4425" b="1">
                <a:solidFill>
                  <a:srgbClr val="245BF3"/>
                </a:solidFill>
                <a:latin typeface="Arial"/>
                <a:ea typeface="Arial"/>
                <a:cs typeface="Arial"/>
              </a:defRPr>
            </a:lvl2pPr>
            <a:lvl3pPr>
              <a:buNone/>
              <a:defRPr sz="4425" b="1">
                <a:solidFill>
                  <a:srgbClr val="245BF3"/>
                </a:solidFill>
                <a:latin typeface="Arial"/>
                <a:ea typeface="Arial"/>
                <a:cs typeface="Arial"/>
              </a:defRPr>
            </a:lvl3pPr>
            <a:lvl4pPr>
              <a:buNone/>
              <a:defRPr sz="4425" b="1">
                <a:solidFill>
                  <a:srgbClr val="245BF3"/>
                </a:solidFill>
                <a:latin typeface="Arial"/>
                <a:ea typeface="Arial"/>
                <a:cs typeface="Arial"/>
              </a:defRPr>
            </a:lvl4pPr>
            <a:lvl5pPr>
              <a:buNone/>
              <a:defRPr sz="4425" b="1">
                <a:solidFill>
                  <a:srgbClr val="245BF3"/>
                </a:solidFill>
                <a:latin typeface="Arial"/>
                <a:ea typeface="Arial"/>
                <a:cs typeface="Arial"/>
              </a:defRPr>
            </a:lvl5pPr>
            <a:lvl6pPr>
              <a:buNone/>
              <a:defRPr sz="4425" b="1">
                <a:solidFill>
                  <a:srgbClr val="245BF3"/>
                </a:solidFill>
                <a:latin typeface="Arial"/>
                <a:ea typeface="Arial"/>
                <a:cs typeface="Arial"/>
              </a:defRPr>
            </a:lvl6pPr>
            <a:lvl7pPr>
              <a:buNone/>
              <a:defRPr sz="4425" b="1">
                <a:solidFill>
                  <a:srgbClr val="245BF3"/>
                </a:solidFill>
                <a:latin typeface="Arial"/>
                <a:ea typeface="Arial"/>
                <a:cs typeface="Arial"/>
              </a:defRPr>
            </a:lvl7pPr>
            <a:lvl8pPr>
              <a:buNone/>
              <a:defRPr sz="4425" b="1">
                <a:solidFill>
                  <a:srgbClr val="245BF3"/>
                </a:solidFill>
                <a:latin typeface="Arial"/>
                <a:ea typeface="Arial"/>
                <a:cs typeface="Arial"/>
              </a:defRPr>
            </a:lvl8pPr>
            <a:lvl9pPr>
              <a:buNone/>
              <a:defRPr sz="4425" b="1">
                <a:solidFill>
                  <a:srgbClr val="245BF3"/>
                </a:solidFill>
                <a:latin typeface="Arial"/>
                <a:ea typeface="Arial"/>
                <a:cs typeface="Arial"/>
              </a:defRPr>
            </a:lvl9pPr>
          </a:lstStyle>
          <a:p xmlns:a="http://schemas.openxmlformats.org/drawingml/2006/main">
            <a:pPr>
              <a:buNone/>
              <a:defRPr sz="4425" b="1">
                <a:solidFill>
                  <a:srgbClr val="245BF3"/>
                </a:solidFill>
                <a:latin typeface="Arial"/>
                <a:ea typeface="Arial"/>
                <a:cs typeface="Arial"/>
              </a:defRPr>
            </a:pPr>
            <a:r>
              <a:rPr sz="4425" b="1">
                <a:solidFill>
                  <a:srgbClr val="245BF3"/>
                </a:solidFill>
                <a:latin typeface="Arial"/>
                <a:ea typeface="Arial"/>
                <a:cs typeface="Arial"/>
              </a:rPr>
              <a:t>10.2</a:t>
            </a:r>
          </a:p>
        </p:txBody>
      </p:sp>
      <p:sp>
        <p:nvSpPr>
          <p:cNvPr id="12" name="Free access and three languages">
            <a:extLst xmlns:a="http://schemas.openxmlformats.org/drawingml/2006/main">
              <a:ext uri="{FF2B5EF4-FFF2-40B4-BE49-F238E27FC236}">
                <a16:creationId xmlns:a16="http://schemas.microsoft.com/office/drawing/2014/main" id="{68C368F0-2A51-4FCA-BEA0-C974ACDD0D9F}"/>
              </a:ext>
            </a:extLst>
          </p:cNvPr>
          <p:cNvSpPr>
            <a:spLocks xmlns:a="http://schemas.openxmlformats.org/drawingml/2006/main" noGrp="1"/>
          </p:cNvSpPr>
          <p:nvPr/>
        </p:nvSpPr>
        <p:spPr>
          <a:xfrm xmlns:a="http://schemas.openxmlformats.org/drawingml/2006/main">
            <a:off x="2390775" y="4591050"/>
            <a:ext cx="9191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B2341"/>
                </a:solidFill>
                <a:latin typeface="Arial"/>
                <a:ea typeface="Arial"/>
                <a:cs typeface="Arial"/>
              </a:defRPr>
            </a:defPPr>
            <a:lvl1pPr>
              <a:buNone/>
              <a:defRPr sz="2325" b="1">
                <a:solidFill>
                  <a:srgbClr val="0B2341"/>
                </a:solidFill>
                <a:latin typeface="Arial"/>
                <a:ea typeface="Arial"/>
                <a:cs typeface="Arial"/>
              </a:defRPr>
            </a:lvl1pPr>
            <a:lvl2pPr>
              <a:buNone/>
              <a:defRPr sz="2325" b="1">
                <a:solidFill>
                  <a:srgbClr val="0B2341"/>
                </a:solidFill>
                <a:latin typeface="Arial"/>
                <a:ea typeface="Arial"/>
                <a:cs typeface="Arial"/>
              </a:defRPr>
            </a:lvl2pPr>
            <a:lvl3pPr>
              <a:buNone/>
              <a:defRPr sz="2325" b="1">
                <a:solidFill>
                  <a:srgbClr val="0B2341"/>
                </a:solidFill>
                <a:latin typeface="Arial"/>
                <a:ea typeface="Arial"/>
                <a:cs typeface="Arial"/>
              </a:defRPr>
            </a:lvl3pPr>
            <a:lvl4pPr>
              <a:buNone/>
              <a:defRPr sz="2325" b="1">
                <a:solidFill>
                  <a:srgbClr val="0B2341"/>
                </a:solidFill>
                <a:latin typeface="Arial"/>
                <a:ea typeface="Arial"/>
                <a:cs typeface="Arial"/>
              </a:defRPr>
            </a:lvl4pPr>
            <a:lvl5pPr>
              <a:buNone/>
              <a:defRPr sz="2325" b="1">
                <a:solidFill>
                  <a:srgbClr val="0B2341"/>
                </a:solidFill>
                <a:latin typeface="Arial"/>
                <a:ea typeface="Arial"/>
                <a:cs typeface="Arial"/>
              </a:defRPr>
            </a:lvl5pPr>
            <a:lvl6pPr>
              <a:buNone/>
              <a:defRPr sz="2325" b="1">
                <a:solidFill>
                  <a:srgbClr val="0B2341"/>
                </a:solidFill>
                <a:latin typeface="Arial"/>
                <a:ea typeface="Arial"/>
                <a:cs typeface="Arial"/>
              </a:defRPr>
            </a:lvl6pPr>
            <a:lvl7pPr>
              <a:buNone/>
              <a:defRPr sz="2325" b="1">
                <a:solidFill>
                  <a:srgbClr val="0B2341"/>
                </a:solidFill>
                <a:latin typeface="Arial"/>
                <a:ea typeface="Arial"/>
                <a:cs typeface="Arial"/>
              </a:defRPr>
            </a:lvl7pPr>
            <a:lvl8pPr>
              <a:buNone/>
              <a:defRPr sz="2325" b="1">
                <a:solidFill>
                  <a:srgbClr val="0B2341"/>
                </a:solidFill>
                <a:latin typeface="Arial"/>
                <a:ea typeface="Arial"/>
                <a:cs typeface="Arial"/>
              </a:defRPr>
            </a:lvl8pPr>
            <a:lvl9pPr>
              <a:buNone/>
              <a:defRPr sz="2325" b="1">
                <a:solidFill>
                  <a:srgbClr val="0B2341"/>
                </a:solidFill>
                <a:latin typeface="Arial"/>
                <a:ea typeface="Arial"/>
                <a:cs typeface="Arial"/>
              </a:defRPr>
            </a:lvl9pPr>
          </a:lstStyle>
          <a:p xmlns:a="http://schemas.openxmlformats.org/drawingml/2006/main">
            <a:pPr>
              <a:buNone/>
              <a:defRPr sz="2325" b="1">
                <a:solidFill>
                  <a:srgbClr val="0B2341"/>
                </a:solidFill>
                <a:latin typeface="Arial"/>
                <a:ea typeface="Arial"/>
                <a:cs typeface="Arial"/>
              </a:defRPr>
            </a:pPr>
            <a:r>
              <a:rPr sz="2325" b="1">
                <a:solidFill>
                  <a:srgbClr val="0B2341"/>
                </a:solidFill>
                <a:latin typeface="Arial"/>
                <a:ea typeface="Arial"/>
                <a:cs typeface="Arial"/>
              </a:rPr>
              <a:t>Free access and three languages</a:t>
            </a:r>
          </a:p>
        </p:txBody>
      </p:sp>
      <p:sp>
        <p:nvSpPr>
          <p:cNvPr id="13" name="Supports our inclusion goal">
            <a:extLst xmlns:a="http://schemas.openxmlformats.org/drawingml/2006/main">
              <a:ext uri="{FF2B5EF4-FFF2-40B4-BE49-F238E27FC236}">
                <a16:creationId xmlns:a16="http://schemas.microsoft.com/office/drawing/2014/main" id="{26B7769C-5484-4D30-9667-392CE9D64A16}"/>
              </a:ext>
            </a:extLst>
          </p:cNvPr>
          <p:cNvSpPr>
            <a:spLocks xmlns:a="http://schemas.openxmlformats.org/drawingml/2006/main" noGrp="1"/>
          </p:cNvSpPr>
          <p:nvPr/>
        </p:nvSpPr>
        <p:spPr>
          <a:xfrm xmlns:a="http://schemas.openxmlformats.org/drawingml/2006/main">
            <a:off x="2390775" y="5124450"/>
            <a:ext cx="919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60758B"/>
                </a:solidFill>
                <a:latin typeface="Arial"/>
                <a:ea typeface="Arial"/>
                <a:cs typeface="Arial"/>
              </a:defRPr>
            </a:defPPr>
            <a:lvl1pPr>
              <a:buNone/>
              <a:defRPr sz="1875" b="0">
                <a:solidFill>
                  <a:srgbClr val="60758B"/>
                </a:solidFill>
                <a:latin typeface="Arial"/>
                <a:ea typeface="Arial"/>
                <a:cs typeface="Arial"/>
              </a:defRPr>
            </a:lvl1pPr>
            <a:lvl2pPr>
              <a:buNone/>
              <a:defRPr sz="1875" b="0">
                <a:solidFill>
                  <a:srgbClr val="60758B"/>
                </a:solidFill>
                <a:latin typeface="Arial"/>
                <a:ea typeface="Arial"/>
                <a:cs typeface="Arial"/>
              </a:defRPr>
            </a:lvl2pPr>
            <a:lvl3pPr>
              <a:buNone/>
              <a:defRPr sz="1875" b="0">
                <a:solidFill>
                  <a:srgbClr val="60758B"/>
                </a:solidFill>
                <a:latin typeface="Arial"/>
                <a:ea typeface="Arial"/>
                <a:cs typeface="Arial"/>
              </a:defRPr>
            </a:lvl3pPr>
            <a:lvl4pPr>
              <a:buNone/>
              <a:defRPr sz="1875" b="0">
                <a:solidFill>
                  <a:srgbClr val="60758B"/>
                </a:solidFill>
                <a:latin typeface="Arial"/>
                <a:ea typeface="Arial"/>
                <a:cs typeface="Arial"/>
              </a:defRPr>
            </a:lvl4pPr>
            <a:lvl5pPr>
              <a:buNone/>
              <a:defRPr sz="1875" b="0">
                <a:solidFill>
                  <a:srgbClr val="60758B"/>
                </a:solidFill>
                <a:latin typeface="Arial"/>
                <a:ea typeface="Arial"/>
                <a:cs typeface="Arial"/>
              </a:defRPr>
            </a:lvl5pPr>
            <a:lvl6pPr>
              <a:buNone/>
              <a:defRPr sz="1875" b="0">
                <a:solidFill>
                  <a:srgbClr val="60758B"/>
                </a:solidFill>
                <a:latin typeface="Arial"/>
                <a:ea typeface="Arial"/>
                <a:cs typeface="Arial"/>
              </a:defRPr>
            </a:lvl6pPr>
            <a:lvl7pPr>
              <a:buNone/>
              <a:defRPr sz="1875" b="0">
                <a:solidFill>
                  <a:srgbClr val="60758B"/>
                </a:solidFill>
                <a:latin typeface="Arial"/>
                <a:ea typeface="Arial"/>
                <a:cs typeface="Arial"/>
              </a:defRPr>
            </a:lvl7pPr>
            <a:lvl8pPr>
              <a:buNone/>
              <a:defRPr sz="1875" b="0">
                <a:solidFill>
                  <a:srgbClr val="60758B"/>
                </a:solidFill>
                <a:latin typeface="Arial"/>
                <a:ea typeface="Arial"/>
                <a:cs typeface="Arial"/>
              </a:defRPr>
            </a:lvl8pPr>
            <a:lvl9pPr>
              <a:buNone/>
              <a:defRPr sz="1875" b="0">
                <a:solidFill>
                  <a:srgbClr val="60758B"/>
                </a:solidFill>
                <a:latin typeface="Arial"/>
                <a:ea typeface="Arial"/>
                <a:cs typeface="Arial"/>
              </a:defRPr>
            </a:lvl9pPr>
          </a:lstStyle>
          <a:p xmlns:a="http://schemas.openxmlformats.org/drawingml/2006/main">
            <a:pPr>
              <a:buNone/>
              <a:defRPr sz="1875" b="0">
                <a:solidFill>
                  <a:srgbClr val="60758B"/>
                </a:solidFill>
                <a:latin typeface="Arial"/>
                <a:ea typeface="Arial"/>
                <a:cs typeface="Arial"/>
              </a:defRPr>
            </a:pPr>
            <a:r>
              <a:rPr sz="1875" b="0">
                <a:solidFill>
                  <a:srgbClr val="60758B"/>
                </a:solidFill>
                <a:latin typeface="Arial"/>
                <a:ea typeface="Arial"/>
                <a:cs typeface="Arial"/>
              </a:rPr>
              <a:t>Supports our inclusion goal</a:t>
            </a:r>
          </a:p>
        </p:txBody>
      </p:sp>
      <p:sp>
        <p:nvSpPr>
          <p:cNvPr id="14" name="Intended contributions. Role tags work; skill-level target links ">
            <a:extLst xmlns:a="http://schemas.openxmlformats.org/drawingml/2006/main">
              <a:ext uri="{FF2B5EF4-FFF2-40B4-BE49-F238E27FC236}">
                <a16:creationId xmlns:a16="http://schemas.microsoft.com/office/drawing/2014/main" id="{C5D6E441-D511-4ABC-9108-390FF934249F}"/>
              </a:ext>
            </a:extLst>
          </p:cNvPr>
          <p:cNvSpPr>
            <a:spLocks xmlns:a="http://schemas.openxmlformats.org/drawingml/2006/main" noGrp="1"/>
          </p:cNvSpPr>
          <p:nvPr/>
        </p:nvSpPr>
        <p:spPr>
          <a:xfrm xmlns:a="http://schemas.openxmlformats.org/drawingml/2006/main">
            <a:off x="609600" y="6038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B86922"/>
                </a:solidFill>
                <a:latin typeface="Arial"/>
                <a:ea typeface="Arial"/>
                <a:cs typeface="Arial"/>
              </a:defRPr>
            </a:defPPr>
            <a:lvl1pPr>
              <a:buNone/>
              <a:defRPr sz="1650" b="1">
                <a:solidFill>
                  <a:srgbClr val="B86922"/>
                </a:solidFill>
                <a:latin typeface="Arial"/>
                <a:ea typeface="Arial"/>
                <a:cs typeface="Arial"/>
              </a:defRPr>
            </a:lvl1pPr>
            <a:lvl2pPr>
              <a:buNone/>
              <a:defRPr sz="1650" b="1">
                <a:solidFill>
                  <a:srgbClr val="B86922"/>
                </a:solidFill>
                <a:latin typeface="Arial"/>
                <a:ea typeface="Arial"/>
                <a:cs typeface="Arial"/>
              </a:defRPr>
            </a:lvl2pPr>
            <a:lvl3pPr>
              <a:buNone/>
              <a:defRPr sz="1650" b="1">
                <a:solidFill>
                  <a:srgbClr val="B86922"/>
                </a:solidFill>
                <a:latin typeface="Arial"/>
                <a:ea typeface="Arial"/>
                <a:cs typeface="Arial"/>
              </a:defRPr>
            </a:lvl3pPr>
            <a:lvl4pPr>
              <a:buNone/>
              <a:defRPr sz="1650" b="1">
                <a:solidFill>
                  <a:srgbClr val="B86922"/>
                </a:solidFill>
                <a:latin typeface="Arial"/>
                <a:ea typeface="Arial"/>
                <a:cs typeface="Arial"/>
              </a:defRPr>
            </a:lvl4pPr>
            <a:lvl5pPr>
              <a:buNone/>
              <a:defRPr sz="1650" b="1">
                <a:solidFill>
                  <a:srgbClr val="B86922"/>
                </a:solidFill>
                <a:latin typeface="Arial"/>
                <a:ea typeface="Arial"/>
                <a:cs typeface="Arial"/>
              </a:defRPr>
            </a:lvl5pPr>
            <a:lvl6pPr>
              <a:buNone/>
              <a:defRPr sz="1650" b="1">
                <a:solidFill>
                  <a:srgbClr val="B86922"/>
                </a:solidFill>
                <a:latin typeface="Arial"/>
                <a:ea typeface="Arial"/>
                <a:cs typeface="Arial"/>
              </a:defRPr>
            </a:lvl6pPr>
            <a:lvl7pPr>
              <a:buNone/>
              <a:defRPr sz="1650" b="1">
                <a:solidFill>
                  <a:srgbClr val="B86922"/>
                </a:solidFill>
                <a:latin typeface="Arial"/>
                <a:ea typeface="Arial"/>
                <a:cs typeface="Arial"/>
              </a:defRPr>
            </a:lvl7pPr>
            <a:lvl8pPr>
              <a:buNone/>
              <a:defRPr sz="1650" b="1">
                <a:solidFill>
                  <a:srgbClr val="B86922"/>
                </a:solidFill>
                <a:latin typeface="Arial"/>
                <a:ea typeface="Arial"/>
                <a:cs typeface="Arial"/>
              </a:defRPr>
            </a:lvl8pPr>
            <a:lvl9pPr>
              <a:buNone/>
              <a:defRPr sz="1650" b="1">
                <a:solidFill>
                  <a:srgbClr val="B86922"/>
                </a:solidFill>
                <a:latin typeface="Arial"/>
                <a:ea typeface="Arial"/>
                <a:cs typeface="Arial"/>
              </a:defRPr>
            </a:lvl9pPr>
          </a:lstStyle>
          <a:p xmlns:a="http://schemas.openxmlformats.org/drawingml/2006/main">
            <a:pPr>
              <a:buNone/>
              <a:defRPr sz="1650" b="1">
                <a:solidFill>
                  <a:srgbClr val="B86922"/>
                </a:solidFill>
                <a:latin typeface="Arial"/>
                <a:ea typeface="Arial"/>
                <a:cs typeface="Arial"/>
              </a:defRPr>
            </a:pPr>
            <a:r>
              <a:rPr sz="1650" b="1">
                <a:solidFill>
                  <a:srgbClr val="B86922"/>
                </a:solidFill>
                <a:latin typeface="Arial"/>
                <a:ea typeface="Arial"/>
                <a:cs typeface="Arial"/>
              </a:rPr>
              <a:t>Intended contributions. Detailed role and skill target links are part of the final build.</a:t>
            </a:r>
          </a:p>
        </p:txBody>
      </p:sp>
    </p:spTree>
    <p:extLst>
      <p:ext uri="{BB962C8B-B14F-4D97-AF65-F5344CB8AC3E}">
        <p14:creationId xmlns:p14="http://schemas.microsoft.com/office/powerpoint/2010/main" val="1346597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2026-10-24T17:01:54.1990000Z</dcterms:created>
  <dcterms:modified xsi:type="dcterms:W3CDTF">2026-10-24T17:01:54.1990000Z</dcterms:modified>
</coreProperties>
</file>